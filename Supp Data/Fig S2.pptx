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8" r:id="rId1"/>
  </p:sldMasterIdLst>
  <p:sldIdLst>
    <p:sldId id="256" r:id="rId2"/>
  </p:sldIdLst>
  <p:sldSz cx="1800225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4"/>
    <p:restoredTop sz="94686"/>
  </p:normalViewPr>
  <p:slideViewPr>
    <p:cSldViewPr snapToGrid="0">
      <p:cViewPr varScale="1">
        <p:scale>
          <a:sx n="400" d="100"/>
          <a:sy n="400" d="100"/>
        </p:scale>
        <p:origin x="896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28" y="176668"/>
            <a:ext cx="1350169" cy="375826"/>
          </a:xfrm>
        </p:spPr>
        <p:txBody>
          <a:bodyPr anchor="b"/>
          <a:lstStyle>
            <a:lvl1pPr algn="ctr">
              <a:defRPr sz="88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28" y="566988"/>
            <a:ext cx="1350169" cy="260629"/>
          </a:xfrm>
        </p:spPr>
        <p:txBody>
          <a:bodyPr/>
          <a:lstStyle>
            <a:lvl1pPr marL="0" indent="0" algn="ctr">
              <a:buNone/>
              <a:defRPr sz="354"/>
            </a:lvl1pPr>
            <a:lvl2pPr marL="67528" indent="0" algn="ctr">
              <a:buNone/>
              <a:defRPr sz="295"/>
            </a:lvl2pPr>
            <a:lvl3pPr marL="135057" indent="0" algn="ctr">
              <a:buNone/>
              <a:defRPr sz="266"/>
            </a:lvl3pPr>
            <a:lvl4pPr marL="202585" indent="0" algn="ctr">
              <a:buNone/>
              <a:defRPr sz="236"/>
            </a:lvl4pPr>
            <a:lvl5pPr marL="270114" indent="0" algn="ctr">
              <a:buNone/>
              <a:defRPr sz="236"/>
            </a:lvl5pPr>
            <a:lvl6pPr marL="337642" indent="0" algn="ctr">
              <a:buNone/>
              <a:defRPr sz="236"/>
            </a:lvl6pPr>
            <a:lvl7pPr marL="405171" indent="0" algn="ctr">
              <a:buNone/>
              <a:defRPr sz="236"/>
            </a:lvl7pPr>
            <a:lvl8pPr marL="472699" indent="0" algn="ctr">
              <a:buNone/>
              <a:defRPr sz="236"/>
            </a:lvl8pPr>
            <a:lvl9pPr marL="540228" indent="0" algn="ctr">
              <a:buNone/>
              <a:defRPr sz="23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27.04.26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60452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27.04.26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08214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28" y="269125"/>
            <a:ext cx="1552694" cy="449042"/>
          </a:xfrm>
        </p:spPr>
        <p:txBody>
          <a:bodyPr anchor="b"/>
          <a:lstStyle>
            <a:lvl1pPr>
              <a:defRPr sz="88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28" y="722415"/>
            <a:ext cx="1552694" cy="236141"/>
          </a:xfrm>
        </p:spPr>
        <p:txBody>
          <a:bodyPr/>
          <a:lstStyle>
            <a:lvl1pPr marL="0" indent="0">
              <a:buNone/>
              <a:defRPr sz="354">
                <a:solidFill>
                  <a:schemeClr val="tx1">
                    <a:tint val="82000"/>
                  </a:schemeClr>
                </a:solidFill>
              </a:defRPr>
            </a:lvl1pPr>
            <a:lvl2pPr marL="67528" indent="0">
              <a:buNone/>
              <a:defRPr sz="295">
                <a:solidFill>
                  <a:schemeClr val="tx1">
                    <a:tint val="82000"/>
                  </a:schemeClr>
                </a:solidFill>
              </a:defRPr>
            </a:lvl2pPr>
            <a:lvl3pPr marL="135057" indent="0">
              <a:buNone/>
              <a:defRPr sz="266">
                <a:solidFill>
                  <a:schemeClr val="tx1">
                    <a:tint val="82000"/>
                  </a:schemeClr>
                </a:solidFill>
              </a:defRPr>
            </a:lvl3pPr>
            <a:lvl4pPr marL="202585" indent="0">
              <a:buNone/>
              <a:defRPr sz="236">
                <a:solidFill>
                  <a:schemeClr val="tx1">
                    <a:tint val="82000"/>
                  </a:schemeClr>
                </a:solidFill>
              </a:defRPr>
            </a:lvl4pPr>
            <a:lvl5pPr marL="270114" indent="0">
              <a:buNone/>
              <a:defRPr sz="236">
                <a:solidFill>
                  <a:schemeClr val="tx1">
                    <a:tint val="82000"/>
                  </a:schemeClr>
                </a:solidFill>
              </a:defRPr>
            </a:lvl5pPr>
            <a:lvl6pPr marL="337642" indent="0">
              <a:buNone/>
              <a:defRPr sz="236">
                <a:solidFill>
                  <a:schemeClr val="tx1">
                    <a:tint val="82000"/>
                  </a:schemeClr>
                </a:solidFill>
              </a:defRPr>
            </a:lvl6pPr>
            <a:lvl7pPr marL="405171" indent="0">
              <a:buNone/>
              <a:defRPr sz="236">
                <a:solidFill>
                  <a:schemeClr val="tx1">
                    <a:tint val="82000"/>
                  </a:schemeClr>
                </a:solidFill>
              </a:defRPr>
            </a:lvl7pPr>
            <a:lvl8pPr marL="472699" indent="0">
              <a:buNone/>
              <a:defRPr sz="236">
                <a:solidFill>
                  <a:schemeClr val="tx1">
                    <a:tint val="82000"/>
                  </a:schemeClr>
                </a:solidFill>
              </a:defRPr>
            </a:lvl8pPr>
            <a:lvl9pPr marL="540228" indent="0">
              <a:buNone/>
              <a:defRPr sz="23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27.04.26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6372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65" y="287367"/>
            <a:ext cx="765096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364" y="287367"/>
            <a:ext cx="765096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27.04.26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03350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00" y="57474"/>
            <a:ext cx="1552694" cy="20865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000" y="264627"/>
            <a:ext cx="761579" cy="129690"/>
          </a:xfrm>
        </p:spPr>
        <p:txBody>
          <a:bodyPr anchor="b"/>
          <a:lstStyle>
            <a:lvl1pPr marL="0" indent="0">
              <a:buNone/>
              <a:defRPr sz="354" b="1"/>
            </a:lvl1pPr>
            <a:lvl2pPr marL="67528" indent="0">
              <a:buNone/>
              <a:defRPr sz="295" b="1"/>
            </a:lvl2pPr>
            <a:lvl3pPr marL="135057" indent="0">
              <a:buNone/>
              <a:defRPr sz="266" b="1"/>
            </a:lvl3pPr>
            <a:lvl4pPr marL="202585" indent="0">
              <a:buNone/>
              <a:defRPr sz="236" b="1"/>
            </a:lvl4pPr>
            <a:lvl5pPr marL="270114" indent="0">
              <a:buNone/>
              <a:defRPr sz="236" b="1"/>
            </a:lvl5pPr>
            <a:lvl6pPr marL="337642" indent="0">
              <a:buNone/>
              <a:defRPr sz="236" b="1"/>
            </a:lvl6pPr>
            <a:lvl7pPr marL="405171" indent="0">
              <a:buNone/>
              <a:defRPr sz="236" b="1"/>
            </a:lvl7pPr>
            <a:lvl8pPr marL="472699" indent="0">
              <a:buNone/>
              <a:defRPr sz="236" b="1"/>
            </a:lvl8pPr>
            <a:lvl9pPr marL="540228" indent="0">
              <a:buNone/>
              <a:defRPr sz="23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4000" y="394318"/>
            <a:ext cx="761579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364" y="264627"/>
            <a:ext cx="765330" cy="129690"/>
          </a:xfrm>
        </p:spPr>
        <p:txBody>
          <a:bodyPr anchor="b"/>
          <a:lstStyle>
            <a:lvl1pPr marL="0" indent="0">
              <a:buNone/>
              <a:defRPr sz="354" b="1"/>
            </a:lvl1pPr>
            <a:lvl2pPr marL="67528" indent="0">
              <a:buNone/>
              <a:defRPr sz="295" b="1"/>
            </a:lvl2pPr>
            <a:lvl3pPr marL="135057" indent="0">
              <a:buNone/>
              <a:defRPr sz="266" b="1"/>
            </a:lvl3pPr>
            <a:lvl4pPr marL="202585" indent="0">
              <a:buNone/>
              <a:defRPr sz="236" b="1"/>
            </a:lvl4pPr>
            <a:lvl5pPr marL="270114" indent="0">
              <a:buNone/>
              <a:defRPr sz="236" b="1"/>
            </a:lvl5pPr>
            <a:lvl6pPr marL="337642" indent="0">
              <a:buNone/>
              <a:defRPr sz="236" b="1"/>
            </a:lvl6pPr>
            <a:lvl7pPr marL="405171" indent="0">
              <a:buNone/>
              <a:defRPr sz="236" b="1"/>
            </a:lvl7pPr>
            <a:lvl8pPr marL="472699" indent="0">
              <a:buNone/>
              <a:defRPr sz="236" b="1"/>
            </a:lvl8pPr>
            <a:lvl9pPr marL="540228" indent="0">
              <a:buNone/>
              <a:defRPr sz="23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364" y="394318"/>
            <a:ext cx="765330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27.04.26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31082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27.04.26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68431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27.04.26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32995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00" y="71967"/>
            <a:ext cx="580619" cy="251883"/>
          </a:xfrm>
        </p:spPr>
        <p:txBody>
          <a:bodyPr anchor="b"/>
          <a:lstStyle>
            <a:lvl1pPr>
              <a:defRPr sz="47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330" y="155428"/>
            <a:ext cx="911364" cy="767145"/>
          </a:xfrm>
        </p:spPr>
        <p:txBody>
          <a:bodyPr/>
          <a:lstStyle>
            <a:lvl1pPr>
              <a:defRPr sz="473"/>
            </a:lvl1pPr>
            <a:lvl2pPr>
              <a:defRPr sz="414"/>
            </a:lvl2pPr>
            <a:lvl3pPr>
              <a:defRPr sz="354"/>
            </a:lvl3pPr>
            <a:lvl4pPr>
              <a:defRPr sz="295"/>
            </a:lvl4pPr>
            <a:lvl5pPr>
              <a:defRPr sz="295"/>
            </a:lvl5pPr>
            <a:lvl6pPr>
              <a:defRPr sz="295"/>
            </a:lvl6pPr>
            <a:lvl7pPr>
              <a:defRPr sz="295"/>
            </a:lvl7pPr>
            <a:lvl8pPr>
              <a:defRPr sz="295"/>
            </a:lvl8pPr>
            <a:lvl9pPr>
              <a:defRPr sz="29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000" y="323850"/>
            <a:ext cx="580619" cy="599972"/>
          </a:xfrm>
        </p:spPr>
        <p:txBody>
          <a:bodyPr/>
          <a:lstStyle>
            <a:lvl1pPr marL="0" indent="0">
              <a:buNone/>
              <a:defRPr sz="236"/>
            </a:lvl1pPr>
            <a:lvl2pPr marL="67528" indent="0">
              <a:buNone/>
              <a:defRPr sz="207"/>
            </a:lvl2pPr>
            <a:lvl3pPr marL="135057" indent="0">
              <a:buNone/>
              <a:defRPr sz="177"/>
            </a:lvl3pPr>
            <a:lvl4pPr marL="202585" indent="0">
              <a:buNone/>
              <a:defRPr sz="148"/>
            </a:lvl4pPr>
            <a:lvl5pPr marL="270114" indent="0">
              <a:buNone/>
              <a:defRPr sz="148"/>
            </a:lvl5pPr>
            <a:lvl6pPr marL="337642" indent="0">
              <a:buNone/>
              <a:defRPr sz="148"/>
            </a:lvl6pPr>
            <a:lvl7pPr marL="405171" indent="0">
              <a:buNone/>
              <a:defRPr sz="148"/>
            </a:lvl7pPr>
            <a:lvl8pPr marL="472699" indent="0">
              <a:buNone/>
              <a:defRPr sz="148"/>
            </a:lvl8pPr>
            <a:lvl9pPr marL="540228" indent="0">
              <a:buNone/>
              <a:defRPr sz="14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27.04.26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6662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00" y="71967"/>
            <a:ext cx="580619" cy="251883"/>
          </a:xfrm>
        </p:spPr>
        <p:txBody>
          <a:bodyPr anchor="b"/>
          <a:lstStyle>
            <a:lvl1pPr>
              <a:defRPr sz="47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330" y="155428"/>
            <a:ext cx="911364" cy="767145"/>
          </a:xfrm>
        </p:spPr>
        <p:txBody>
          <a:bodyPr anchor="t"/>
          <a:lstStyle>
            <a:lvl1pPr marL="0" indent="0">
              <a:buNone/>
              <a:defRPr sz="473"/>
            </a:lvl1pPr>
            <a:lvl2pPr marL="67528" indent="0">
              <a:buNone/>
              <a:defRPr sz="414"/>
            </a:lvl2pPr>
            <a:lvl3pPr marL="135057" indent="0">
              <a:buNone/>
              <a:defRPr sz="354"/>
            </a:lvl3pPr>
            <a:lvl4pPr marL="202585" indent="0">
              <a:buNone/>
              <a:defRPr sz="295"/>
            </a:lvl4pPr>
            <a:lvl5pPr marL="270114" indent="0">
              <a:buNone/>
              <a:defRPr sz="295"/>
            </a:lvl5pPr>
            <a:lvl6pPr marL="337642" indent="0">
              <a:buNone/>
              <a:defRPr sz="295"/>
            </a:lvl6pPr>
            <a:lvl7pPr marL="405171" indent="0">
              <a:buNone/>
              <a:defRPr sz="295"/>
            </a:lvl7pPr>
            <a:lvl8pPr marL="472699" indent="0">
              <a:buNone/>
              <a:defRPr sz="295"/>
            </a:lvl8pPr>
            <a:lvl9pPr marL="540228" indent="0">
              <a:buNone/>
              <a:defRPr sz="29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000" y="323850"/>
            <a:ext cx="580619" cy="599972"/>
          </a:xfrm>
        </p:spPr>
        <p:txBody>
          <a:bodyPr/>
          <a:lstStyle>
            <a:lvl1pPr marL="0" indent="0">
              <a:buNone/>
              <a:defRPr sz="236"/>
            </a:lvl1pPr>
            <a:lvl2pPr marL="67528" indent="0">
              <a:buNone/>
              <a:defRPr sz="207"/>
            </a:lvl2pPr>
            <a:lvl3pPr marL="135057" indent="0">
              <a:buNone/>
              <a:defRPr sz="177"/>
            </a:lvl3pPr>
            <a:lvl4pPr marL="202585" indent="0">
              <a:buNone/>
              <a:defRPr sz="148"/>
            </a:lvl4pPr>
            <a:lvl5pPr marL="270114" indent="0">
              <a:buNone/>
              <a:defRPr sz="148"/>
            </a:lvl5pPr>
            <a:lvl6pPr marL="337642" indent="0">
              <a:buNone/>
              <a:defRPr sz="148"/>
            </a:lvl6pPr>
            <a:lvl7pPr marL="405171" indent="0">
              <a:buNone/>
              <a:defRPr sz="148"/>
            </a:lvl7pPr>
            <a:lvl8pPr marL="472699" indent="0">
              <a:buNone/>
              <a:defRPr sz="148"/>
            </a:lvl8pPr>
            <a:lvl9pPr marL="540228" indent="0">
              <a:buNone/>
              <a:defRPr sz="14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27.04.26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41927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27.04.26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34014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286" y="57474"/>
            <a:ext cx="388174" cy="9148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65" y="57474"/>
            <a:ext cx="1142018" cy="9148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27.04.26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5283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66" y="57474"/>
            <a:ext cx="1552694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66" y="287367"/>
            <a:ext cx="1552694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65" y="1000537"/>
            <a:ext cx="405051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B9C68-ABAC-C142-8961-EC46C7438EC9}" type="datetimeFigureOut">
              <a:rPr lang="en-DE" smtClean="0"/>
              <a:t>27.04.26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325" y="1000537"/>
            <a:ext cx="607576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409" y="1000537"/>
            <a:ext cx="405051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36920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135057" rtl="0" eaLnBrk="1" latinLnBrk="0" hangingPunct="1">
        <a:lnSpc>
          <a:spcPct val="90000"/>
        </a:lnSpc>
        <a:spcBef>
          <a:spcPct val="0"/>
        </a:spcBef>
        <a:buNone/>
        <a:defRPr sz="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64" indent="-33764" algn="l" defTabSz="135057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414" kern="1200">
          <a:solidFill>
            <a:schemeClr val="tx1"/>
          </a:solidFill>
          <a:latin typeface="+mn-lt"/>
          <a:ea typeface="+mn-ea"/>
          <a:cs typeface="+mn-cs"/>
        </a:defRPr>
      </a:lvl1pPr>
      <a:lvl2pPr marL="101293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354" kern="1200">
          <a:solidFill>
            <a:schemeClr val="tx1"/>
          </a:solidFill>
          <a:latin typeface="+mn-lt"/>
          <a:ea typeface="+mn-ea"/>
          <a:cs typeface="+mn-cs"/>
        </a:defRPr>
      </a:lvl2pPr>
      <a:lvl3pPr marL="168821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95" kern="1200">
          <a:solidFill>
            <a:schemeClr val="tx1"/>
          </a:solidFill>
          <a:latin typeface="+mn-lt"/>
          <a:ea typeface="+mn-ea"/>
          <a:cs typeface="+mn-cs"/>
        </a:defRPr>
      </a:lvl3pPr>
      <a:lvl4pPr marL="236350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4pPr>
      <a:lvl5pPr marL="303878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5pPr>
      <a:lvl6pPr marL="371406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6pPr>
      <a:lvl7pPr marL="438935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7pPr>
      <a:lvl8pPr marL="506463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8pPr>
      <a:lvl9pPr marL="573992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1pPr>
      <a:lvl2pPr marL="67528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2pPr>
      <a:lvl3pPr marL="135057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3pPr>
      <a:lvl4pPr marL="202585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4pPr>
      <a:lvl5pPr marL="270114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5pPr>
      <a:lvl6pPr marL="337642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6pPr>
      <a:lvl7pPr marL="405171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7pPr>
      <a:lvl8pPr marL="472699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8pPr>
      <a:lvl9pPr marL="540228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E1221B-1D92-4EF5-ADD3-96700CA83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99167" cy="1079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E08BAC-81D1-BCA2-AA11-D102F4ACE278}"/>
              </a:ext>
            </a:extLst>
          </p:cNvPr>
          <p:cNvSpPr txBox="1"/>
          <p:nvPr/>
        </p:nvSpPr>
        <p:spPr>
          <a:xfrm>
            <a:off x="1540218" y="279212"/>
            <a:ext cx="258950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DE" sz="500" b="1" dirty="0"/>
              <a:t>Scaled CPM</a:t>
            </a:r>
          </a:p>
        </p:txBody>
      </p:sp>
    </p:spTree>
    <p:extLst>
      <p:ext uri="{BB962C8B-B14F-4D97-AF65-F5344CB8AC3E}">
        <p14:creationId xmlns:p14="http://schemas.microsoft.com/office/powerpoint/2010/main" val="832017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</TotalTime>
  <Words>2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RAMESH, Arunkumar (SALISBURY NHS FOUNDATION TRUST)</dc:creator>
  <cp:lastModifiedBy>RAMESH, Arunkumar (SALISBURY NHS FOUNDATION TRUST)</cp:lastModifiedBy>
  <cp:revision>6</cp:revision>
  <dcterms:created xsi:type="dcterms:W3CDTF">2026-04-27T19:37:35Z</dcterms:created>
  <dcterms:modified xsi:type="dcterms:W3CDTF">2026-04-27T21:10:33Z</dcterms:modified>
</cp:coreProperties>
</file>