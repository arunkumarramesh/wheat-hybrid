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6" r:id="rId1"/>
  </p:sldMasterIdLst>
  <p:notesMasterIdLst>
    <p:notesMasterId r:id="rId3"/>
  </p:notesMasterIdLst>
  <p:sldIdLst>
    <p:sldId id="281" r:id="rId2"/>
  </p:sldIdLst>
  <p:sldSz cx="1908175" cy="936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86"/>
  </p:normalViewPr>
  <p:slideViewPr>
    <p:cSldViewPr snapToGrid="0">
      <p:cViewPr varScale="1">
        <p:scale>
          <a:sx n="400" d="100"/>
          <a:sy n="400" d="100"/>
        </p:scale>
        <p:origin x="210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CFC23-F338-EB41-8653-4316F1EF48B5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" y="1143000"/>
            <a:ext cx="6286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7636C-B006-8E47-A161-B8C06667ED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302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1pPr>
    <a:lvl2pPr marL="70843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2pPr>
    <a:lvl3pPr marL="14168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3pPr>
    <a:lvl4pPr marL="21253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4pPr>
    <a:lvl5pPr marL="283373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5pPr>
    <a:lvl6pPr marL="35421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6pPr>
    <a:lvl7pPr marL="42506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7pPr>
    <a:lvl8pPr marL="495904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8pPr>
    <a:lvl9pPr marL="56674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8522" y="153286"/>
            <a:ext cx="1431131" cy="326084"/>
          </a:xfrm>
        </p:spPr>
        <p:txBody>
          <a:bodyPr anchor="b"/>
          <a:lstStyle>
            <a:lvl1pPr algn="ctr">
              <a:defRPr sz="82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8522" y="491945"/>
            <a:ext cx="1431131" cy="226134"/>
          </a:xfrm>
        </p:spPr>
        <p:txBody>
          <a:bodyPr/>
          <a:lstStyle>
            <a:lvl1pPr marL="0" indent="0" algn="ctr">
              <a:buNone/>
              <a:defRPr sz="328"/>
            </a:lvl1pPr>
            <a:lvl2pPr marL="62454" indent="0" algn="ctr">
              <a:buNone/>
              <a:defRPr sz="273"/>
            </a:lvl2pPr>
            <a:lvl3pPr marL="124907" indent="0" algn="ctr">
              <a:buNone/>
              <a:defRPr sz="246"/>
            </a:lvl3pPr>
            <a:lvl4pPr marL="187361" indent="0" algn="ctr">
              <a:buNone/>
              <a:defRPr sz="219"/>
            </a:lvl4pPr>
            <a:lvl5pPr marL="249814" indent="0" algn="ctr">
              <a:buNone/>
              <a:defRPr sz="219"/>
            </a:lvl5pPr>
            <a:lvl6pPr marL="312268" indent="0" algn="ctr">
              <a:buNone/>
              <a:defRPr sz="219"/>
            </a:lvl6pPr>
            <a:lvl7pPr marL="374721" indent="0" algn="ctr">
              <a:buNone/>
              <a:defRPr sz="219"/>
            </a:lvl7pPr>
            <a:lvl8pPr marL="437175" indent="0" algn="ctr">
              <a:buNone/>
              <a:defRPr sz="219"/>
            </a:lvl8pPr>
            <a:lvl9pPr marL="499628" indent="0" algn="ctr">
              <a:buNone/>
              <a:defRPr sz="21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67634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9620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193" y="233506"/>
            <a:ext cx="1645801" cy="389610"/>
          </a:xfrm>
        </p:spPr>
        <p:txBody>
          <a:bodyPr anchor="b"/>
          <a:lstStyle>
            <a:lvl1pPr>
              <a:defRPr sz="82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193" y="626802"/>
            <a:ext cx="1645801" cy="204887"/>
          </a:xfrm>
        </p:spPr>
        <p:txBody>
          <a:bodyPr/>
          <a:lstStyle>
            <a:lvl1pPr marL="0" indent="0">
              <a:buNone/>
              <a:defRPr sz="328">
                <a:solidFill>
                  <a:schemeClr val="tx1">
                    <a:tint val="82000"/>
                  </a:schemeClr>
                </a:solidFill>
              </a:defRPr>
            </a:lvl1pPr>
            <a:lvl2pPr marL="62454" indent="0">
              <a:buNone/>
              <a:defRPr sz="273">
                <a:solidFill>
                  <a:schemeClr val="tx1">
                    <a:tint val="82000"/>
                  </a:schemeClr>
                </a:solidFill>
              </a:defRPr>
            </a:lvl2pPr>
            <a:lvl3pPr marL="124907" indent="0">
              <a:buNone/>
              <a:defRPr sz="246">
                <a:solidFill>
                  <a:schemeClr val="tx1">
                    <a:tint val="82000"/>
                  </a:schemeClr>
                </a:solidFill>
              </a:defRPr>
            </a:lvl3pPr>
            <a:lvl4pPr marL="187361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4pPr>
            <a:lvl5pPr marL="249814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5pPr>
            <a:lvl6pPr marL="312268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6pPr>
            <a:lvl7pPr marL="374721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7pPr>
            <a:lvl8pPr marL="437175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8pPr>
            <a:lvl9pPr marL="499628" indent="0">
              <a:buNone/>
              <a:defRPr sz="21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89066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187" y="249333"/>
            <a:ext cx="810974" cy="5942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6014" y="249333"/>
            <a:ext cx="810974" cy="5942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7703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36" y="49866"/>
            <a:ext cx="1645801" cy="1810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436" y="229603"/>
            <a:ext cx="807247" cy="112525"/>
          </a:xfrm>
        </p:spPr>
        <p:txBody>
          <a:bodyPr anchor="b"/>
          <a:lstStyle>
            <a:lvl1pPr marL="0" indent="0">
              <a:buNone/>
              <a:defRPr sz="328" b="1"/>
            </a:lvl1pPr>
            <a:lvl2pPr marL="62454" indent="0">
              <a:buNone/>
              <a:defRPr sz="273" b="1"/>
            </a:lvl2pPr>
            <a:lvl3pPr marL="124907" indent="0">
              <a:buNone/>
              <a:defRPr sz="246" b="1"/>
            </a:lvl3pPr>
            <a:lvl4pPr marL="187361" indent="0">
              <a:buNone/>
              <a:defRPr sz="219" b="1"/>
            </a:lvl4pPr>
            <a:lvl5pPr marL="249814" indent="0">
              <a:buNone/>
              <a:defRPr sz="219" b="1"/>
            </a:lvl5pPr>
            <a:lvl6pPr marL="312268" indent="0">
              <a:buNone/>
              <a:defRPr sz="219" b="1"/>
            </a:lvl6pPr>
            <a:lvl7pPr marL="374721" indent="0">
              <a:buNone/>
              <a:defRPr sz="219" b="1"/>
            </a:lvl7pPr>
            <a:lvl8pPr marL="437175" indent="0">
              <a:buNone/>
              <a:defRPr sz="219" b="1"/>
            </a:lvl8pPr>
            <a:lvl9pPr marL="499628" indent="0">
              <a:buNone/>
              <a:defRPr sz="21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436" y="342128"/>
            <a:ext cx="807247" cy="50321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66014" y="229603"/>
            <a:ext cx="811223" cy="112525"/>
          </a:xfrm>
        </p:spPr>
        <p:txBody>
          <a:bodyPr anchor="b"/>
          <a:lstStyle>
            <a:lvl1pPr marL="0" indent="0">
              <a:buNone/>
              <a:defRPr sz="328" b="1"/>
            </a:lvl1pPr>
            <a:lvl2pPr marL="62454" indent="0">
              <a:buNone/>
              <a:defRPr sz="273" b="1"/>
            </a:lvl2pPr>
            <a:lvl3pPr marL="124907" indent="0">
              <a:buNone/>
              <a:defRPr sz="246" b="1"/>
            </a:lvl3pPr>
            <a:lvl4pPr marL="187361" indent="0">
              <a:buNone/>
              <a:defRPr sz="219" b="1"/>
            </a:lvl4pPr>
            <a:lvl5pPr marL="249814" indent="0">
              <a:buNone/>
              <a:defRPr sz="219" b="1"/>
            </a:lvl5pPr>
            <a:lvl6pPr marL="312268" indent="0">
              <a:buNone/>
              <a:defRPr sz="219" b="1"/>
            </a:lvl6pPr>
            <a:lvl7pPr marL="374721" indent="0">
              <a:buNone/>
              <a:defRPr sz="219" b="1"/>
            </a:lvl7pPr>
            <a:lvl8pPr marL="437175" indent="0">
              <a:buNone/>
              <a:defRPr sz="219" b="1"/>
            </a:lvl8pPr>
            <a:lvl9pPr marL="499628" indent="0">
              <a:buNone/>
              <a:defRPr sz="21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66014" y="342128"/>
            <a:ext cx="811223" cy="50321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62751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61270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9528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36" y="62442"/>
            <a:ext cx="615436" cy="218546"/>
          </a:xfrm>
        </p:spPr>
        <p:txBody>
          <a:bodyPr anchor="b"/>
          <a:lstStyle>
            <a:lvl1pPr>
              <a:defRPr sz="43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1223" y="134857"/>
            <a:ext cx="966014" cy="665611"/>
          </a:xfrm>
        </p:spPr>
        <p:txBody>
          <a:bodyPr/>
          <a:lstStyle>
            <a:lvl1pPr>
              <a:defRPr sz="437"/>
            </a:lvl1pPr>
            <a:lvl2pPr>
              <a:defRPr sz="382"/>
            </a:lvl2pPr>
            <a:lvl3pPr>
              <a:defRPr sz="328"/>
            </a:lvl3pPr>
            <a:lvl4pPr>
              <a:defRPr sz="273"/>
            </a:lvl4pPr>
            <a:lvl5pPr>
              <a:defRPr sz="273"/>
            </a:lvl5pPr>
            <a:lvl6pPr>
              <a:defRPr sz="273"/>
            </a:lvl6pPr>
            <a:lvl7pPr>
              <a:defRPr sz="273"/>
            </a:lvl7pPr>
            <a:lvl8pPr>
              <a:defRPr sz="273"/>
            </a:lvl8pPr>
            <a:lvl9pPr>
              <a:defRPr sz="27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436" y="280988"/>
            <a:ext cx="615436" cy="520564"/>
          </a:xfrm>
        </p:spPr>
        <p:txBody>
          <a:bodyPr/>
          <a:lstStyle>
            <a:lvl1pPr marL="0" indent="0">
              <a:buNone/>
              <a:defRPr sz="219"/>
            </a:lvl1pPr>
            <a:lvl2pPr marL="62454" indent="0">
              <a:buNone/>
              <a:defRPr sz="191"/>
            </a:lvl2pPr>
            <a:lvl3pPr marL="124907" indent="0">
              <a:buNone/>
              <a:defRPr sz="164"/>
            </a:lvl3pPr>
            <a:lvl4pPr marL="187361" indent="0">
              <a:buNone/>
              <a:defRPr sz="137"/>
            </a:lvl4pPr>
            <a:lvl5pPr marL="249814" indent="0">
              <a:buNone/>
              <a:defRPr sz="137"/>
            </a:lvl5pPr>
            <a:lvl6pPr marL="312268" indent="0">
              <a:buNone/>
              <a:defRPr sz="137"/>
            </a:lvl6pPr>
            <a:lvl7pPr marL="374721" indent="0">
              <a:buNone/>
              <a:defRPr sz="137"/>
            </a:lvl7pPr>
            <a:lvl8pPr marL="437175" indent="0">
              <a:buNone/>
              <a:defRPr sz="137"/>
            </a:lvl8pPr>
            <a:lvl9pPr marL="499628" indent="0">
              <a:buNone/>
              <a:defRPr sz="13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5829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36" y="62442"/>
            <a:ext cx="615436" cy="218546"/>
          </a:xfrm>
        </p:spPr>
        <p:txBody>
          <a:bodyPr anchor="b"/>
          <a:lstStyle>
            <a:lvl1pPr>
              <a:defRPr sz="43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1223" y="134857"/>
            <a:ext cx="966014" cy="665611"/>
          </a:xfrm>
        </p:spPr>
        <p:txBody>
          <a:bodyPr anchor="t"/>
          <a:lstStyle>
            <a:lvl1pPr marL="0" indent="0">
              <a:buNone/>
              <a:defRPr sz="437"/>
            </a:lvl1pPr>
            <a:lvl2pPr marL="62454" indent="0">
              <a:buNone/>
              <a:defRPr sz="382"/>
            </a:lvl2pPr>
            <a:lvl3pPr marL="124907" indent="0">
              <a:buNone/>
              <a:defRPr sz="328"/>
            </a:lvl3pPr>
            <a:lvl4pPr marL="187361" indent="0">
              <a:buNone/>
              <a:defRPr sz="273"/>
            </a:lvl4pPr>
            <a:lvl5pPr marL="249814" indent="0">
              <a:buNone/>
              <a:defRPr sz="273"/>
            </a:lvl5pPr>
            <a:lvl6pPr marL="312268" indent="0">
              <a:buNone/>
              <a:defRPr sz="273"/>
            </a:lvl6pPr>
            <a:lvl7pPr marL="374721" indent="0">
              <a:buNone/>
              <a:defRPr sz="273"/>
            </a:lvl7pPr>
            <a:lvl8pPr marL="437175" indent="0">
              <a:buNone/>
              <a:defRPr sz="273"/>
            </a:lvl8pPr>
            <a:lvl9pPr marL="499628" indent="0">
              <a:buNone/>
              <a:defRPr sz="27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436" y="280988"/>
            <a:ext cx="615436" cy="520564"/>
          </a:xfrm>
        </p:spPr>
        <p:txBody>
          <a:bodyPr/>
          <a:lstStyle>
            <a:lvl1pPr marL="0" indent="0">
              <a:buNone/>
              <a:defRPr sz="219"/>
            </a:lvl1pPr>
            <a:lvl2pPr marL="62454" indent="0">
              <a:buNone/>
              <a:defRPr sz="191"/>
            </a:lvl2pPr>
            <a:lvl3pPr marL="124907" indent="0">
              <a:buNone/>
              <a:defRPr sz="164"/>
            </a:lvl3pPr>
            <a:lvl4pPr marL="187361" indent="0">
              <a:buNone/>
              <a:defRPr sz="137"/>
            </a:lvl4pPr>
            <a:lvl5pPr marL="249814" indent="0">
              <a:buNone/>
              <a:defRPr sz="137"/>
            </a:lvl5pPr>
            <a:lvl6pPr marL="312268" indent="0">
              <a:buNone/>
              <a:defRPr sz="137"/>
            </a:lvl6pPr>
            <a:lvl7pPr marL="374721" indent="0">
              <a:buNone/>
              <a:defRPr sz="137"/>
            </a:lvl7pPr>
            <a:lvl8pPr marL="437175" indent="0">
              <a:buNone/>
              <a:defRPr sz="137"/>
            </a:lvl8pPr>
            <a:lvl9pPr marL="499628" indent="0">
              <a:buNone/>
              <a:defRPr sz="13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7616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72229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65538" y="49867"/>
            <a:ext cx="411450" cy="79374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187" y="49867"/>
            <a:ext cx="1210499" cy="79374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9311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187" y="49866"/>
            <a:ext cx="1645801" cy="1810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187" y="249333"/>
            <a:ext cx="1645801" cy="594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187" y="868112"/>
            <a:ext cx="429339" cy="49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FBDB8-36C6-4744-999D-C99C2C96D370}" type="datetimeFigureOut">
              <a:rPr lang="en-DE" smtClean="0"/>
              <a:t>07.05.26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2083" y="868112"/>
            <a:ext cx="644009" cy="49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47649" y="868112"/>
            <a:ext cx="429339" cy="49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2729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124907" rtl="0" eaLnBrk="1" latinLnBrk="0" hangingPunct="1">
        <a:lnSpc>
          <a:spcPct val="90000"/>
        </a:lnSpc>
        <a:spcBef>
          <a:spcPct val="0"/>
        </a:spcBef>
        <a:buNone/>
        <a:defRPr sz="6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227" indent="-31227" algn="l" defTabSz="124907" rtl="0" eaLnBrk="1" latinLnBrk="0" hangingPunct="1">
        <a:lnSpc>
          <a:spcPct val="90000"/>
        </a:lnSpc>
        <a:spcBef>
          <a:spcPts val="137"/>
        </a:spcBef>
        <a:buFont typeface="Arial" panose="020B0604020202020204" pitchFamily="34" charset="0"/>
        <a:buChar char="•"/>
        <a:defRPr sz="382" kern="1200">
          <a:solidFill>
            <a:schemeClr val="tx1"/>
          </a:solidFill>
          <a:latin typeface="+mn-lt"/>
          <a:ea typeface="+mn-ea"/>
          <a:cs typeface="+mn-cs"/>
        </a:defRPr>
      </a:lvl1pPr>
      <a:lvl2pPr marL="93680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328" kern="1200">
          <a:solidFill>
            <a:schemeClr val="tx1"/>
          </a:solidFill>
          <a:latin typeface="+mn-lt"/>
          <a:ea typeface="+mn-ea"/>
          <a:cs typeface="+mn-cs"/>
        </a:defRPr>
      </a:lvl2pPr>
      <a:lvl3pPr marL="156134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73" kern="1200">
          <a:solidFill>
            <a:schemeClr val="tx1"/>
          </a:solidFill>
          <a:latin typeface="+mn-lt"/>
          <a:ea typeface="+mn-ea"/>
          <a:cs typeface="+mn-cs"/>
        </a:defRPr>
      </a:lvl3pPr>
      <a:lvl4pPr marL="218587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4pPr>
      <a:lvl5pPr marL="281041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5pPr>
      <a:lvl6pPr marL="343494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6pPr>
      <a:lvl7pPr marL="405948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7pPr>
      <a:lvl8pPr marL="468401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8pPr>
      <a:lvl9pPr marL="530855" indent="-31227" algn="l" defTabSz="124907" rtl="0" eaLnBrk="1" latinLnBrk="0" hangingPunct="1">
        <a:lnSpc>
          <a:spcPct val="90000"/>
        </a:lnSpc>
        <a:spcBef>
          <a:spcPts val="68"/>
        </a:spcBef>
        <a:buFont typeface="Arial" panose="020B0604020202020204" pitchFamily="34" charset="0"/>
        <a:buChar char="•"/>
        <a:defRPr sz="2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1pPr>
      <a:lvl2pPr marL="62454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2pPr>
      <a:lvl3pPr marL="124907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3pPr>
      <a:lvl4pPr marL="187361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4pPr>
      <a:lvl5pPr marL="249814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5pPr>
      <a:lvl6pPr marL="312268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6pPr>
      <a:lvl7pPr marL="374721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7pPr>
      <a:lvl8pPr marL="437175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8pPr>
      <a:lvl9pPr marL="499628" algn="l" defTabSz="124907" rtl="0" eaLnBrk="1" latinLnBrk="0" hangingPunct="1">
        <a:defRPr sz="2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E236ECD3-4ECA-2667-32C9-76FF03ECE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11" y="-2369"/>
            <a:ext cx="936625" cy="936625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9FFFAE8-00A4-730A-F942-5E251425D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3" y="22225"/>
            <a:ext cx="912032" cy="9120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A9EC968-5B97-BDE7-3F00-7A5EA4293BC9}"/>
              </a:ext>
            </a:extLst>
          </p:cNvPr>
          <p:cNvSpPr txBox="1"/>
          <p:nvPr/>
        </p:nvSpPr>
        <p:spPr>
          <a:xfrm>
            <a:off x="-61132" y="-41275"/>
            <a:ext cx="1714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600" b="1" dirty="0"/>
              <a:t>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EF05D3-9B92-5B28-AC28-25167727520D}"/>
              </a:ext>
            </a:extLst>
          </p:cNvPr>
          <p:cNvSpPr txBox="1"/>
          <p:nvPr/>
        </p:nvSpPr>
        <p:spPr>
          <a:xfrm>
            <a:off x="880268" y="-41275"/>
            <a:ext cx="1714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600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600938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2706</TotalTime>
  <Words>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RAMESH, Arunkumar (SALISBURY NHS FOUNDATION TRUST)</dc:creator>
  <cp:lastModifiedBy>RAMESH, Arunkumar (SALISBURY NHS FOUNDATION TRUST)</cp:lastModifiedBy>
  <cp:revision>12</cp:revision>
  <dcterms:created xsi:type="dcterms:W3CDTF">2026-04-28T09:32:36Z</dcterms:created>
  <dcterms:modified xsi:type="dcterms:W3CDTF">2026-05-07T16:35:25Z</dcterms:modified>
</cp:coreProperties>
</file>