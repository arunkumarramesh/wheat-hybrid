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4" r:id="rId1"/>
  </p:sldMasterIdLst>
  <p:notesMasterIdLst>
    <p:notesMasterId r:id="rId3"/>
  </p:notesMasterIdLst>
  <p:sldIdLst>
    <p:sldId id="281" r:id="rId2"/>
  </p:sldIdLst>
  <p:sldSz cx="1908175" cy="2519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3"/>
    <p:restoredTop sz="94686"/>
  </p:normalViewPr>
  <p:slideViewPr>
    <p:cSldViewPr snapToGrid="0">
      <p:cViewPr>
        <p:scale>
          <a:sx n="256" d="100"/>
          <a:sy n="256" d="100"/>
        </p:scale>
        <p:origin x="283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CFC23-F338-EB41-8653-4316F1EF48B5}" type="datetimeFigureOut">
              <a:rPr lang="en-DE" smtClean="0"/>
              <a:t>29.05.26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60600" y="1143000"/>
            <a:ext cx="2336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7636C-B006-8E47-A161-B8C06667ED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8302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1687" rtl="0" eaLnBrk="1" latinLnBrk="0" hangingPunct="1">
      <a:defRPr sz="186" kern="1200">
        <a:solidFill>
          <a:schemeClr val="tx1"/>
        </a:solidFill>
        <a:latin typeface="+mn-lt"/>
        <a:ea typeface="+mn-ea"/>
        <a:cs typeface="+mn-cs"/>
      </a:defRPr>
    </a:lvl1pPr>
    <a:lvl2pPr marL="70843" algn="l" defTabSz="141687" rtl="0" eaLnBrk="1" latinLnBrk="0" hangingPunct="1">
      <a:defRPr sz="186" kern="1200">
        <a:solidFill>
          <a:schemeClr val="tx1"/>
        </a:solidFill>
        <a:latin typeface="+mn-lt"/>
        <a:ea typeface="+mn-ea"/>
        <a:cs typeface="+mn-cs"/>
      </a:defRPr>
    </a:lvl2pPr>
    <a:lvl3pPr marL="141687" algn="l" defTabSz="141687" rtl="0" eaLnBrk="1" latinLnBrk="0" hangingPunct="1">
      <a:defRPr sz="186" kern="1200">
        <a:solidFill>
          <a:schemeClr val="tx1"/>
        </a:solidFill>
        <a:latin typeface="+mn-lt"/>
        <a:ea typeface="+mn-ea"/>
        <a:cs typeface="+mn-cs"/>
      </a:defRPr>
    </a:lvl3pPr>
    <a:lvl4pPr marL="212530" algn="l" defTabSz="141687" rtl="0" eaLnBrk="1" latinLnBrk="0" hangingPunct="1">
      <a:defRPr sz="186" kern="1200">
        <a:solidFill>
          <a:schemeClr val="tx1"/>
        </a:solidFill>
        <a:latin typeface="+mn-lt"/>
        <a:ea typeface="+mn-ea"/>
        <a:cs typeface="+mn-cs"/>
      </a:defRPr>
    </a:lvl4pPr>
    <a:lvl5pPr marL="283373" algn="l" defTabSz="141687" rtl="0" eaLnBrk="1" latinLnBrk="0" hangingPunct="1">
      <a:defRPr sz="186" kern="1200">
        <a:solidFill>
          <a:schemeClr val="tx1"/>
        </a:solidFill>
        <a:latin typeface="+mn-lt"/>
        <a:ea typeface="+mn-ea"/>
        <a:cs typeface="+mn-cs"/>
      </a:defRPr>
    </a:lvl5pPr>
    <a:lvl6pPr marL="354217" algn="l" defTabSz="141687" rtl="0" eaLnBrk="1" latinLnBrk="0" hangingPunct="1">
      <a:defRPr sz="186" kern="1200">
        <a:solidFill>
          <a:schemeClr val="tx1"/>
        </a:solidFill>
        <a:latin typeface="+mn-lt"/>
        <a:ea typeface="+mn-ea"/>
        <a:cs typeface="+mn-cs"/>
      </a:defRPr>
    </a:lvl6pPr>
    <a:lvl7pPr marL="425060" algn="l" defTabSz="141687" rtl="0" eaLnBrk="1" latinLnBrk="0" hangingPunct="1">
      <a:defRPr sz="186" kern="1200">
        <a:solidFill>
          <a:schemeClr val="tx1"/>
        </a:solidFill>
        <a:latin typeface="+mn-lt"/>
        <a:ea typeface="+mn-ea"/>
        <a:cs typeface="+mn-cs"/>
      </a:defRPr>
    </a:lvl7pPr>
    <a:lvl8pPr marL="495904" algn="l" defTabSz="141687" rtl="0" eaLnBrk="1" latinLnBrk="0" hangingPunct="1">
      <a:defRPr sz="186" kern="1200">
        <a:solidFill>
          <a:schemeClr val="tx1"/>
        </a:solidFill>
        <a:latin typeface="+mn-lt"/>
        <a:ea typeface="+mn-ea"/>
        <a:cs typeface="+mn-cs"/>
      </a:defRPr>
    </a:lvl8pPr>
    <a:lvl9pPr marL="566747" algn="l" defTabSz="141687" rtl="0" eaLnBrk="1" latinLnBrk="0" hangingPunct="1">
      <a:defRPr sz="18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113" y="412312"/>
            <a:ext cx="1621949" cy="877112"/>
          </a:xfrm>
        </p:spPr>
        <p:txBody>
          <a:bodyPr anchor="b"/>
          <a:lstStyle>
            <a:lvl1pPr algn="ctr">
              <a:defRPr sz="12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8522" y="1323249"/>
            <a:ext cx="1431131" cy="608263"/>
          </a:xfrm>
        </p:spPr>
        <p:txBody>
          <a:bodyPr/>
          <a:lstStyle>
            <a:lvl1pPr marL="0" indent="0" algn="ctr">
              <a:buNone/>
              <a:defRPr sz="501"/>
            </a:lvl1pPr>
            <a:lvl2pPr marL="95418" indent="0" algn="ctr">
              <a:buNone/>
              <a:defRPr sz="417"/>
            </a:lvl2pPr>
            <a:lvl3pPr marL="190835" indent="0" algn="ctr">
              <a:buNone/>
              <a:defRPr sz="376"/>
            </a:lvl3pPr>
            <a:lvl4pPr marL="286253" indent="0" algn="ctr">
              <a:buNone/>
              <a:defRPr sz="334"/>
            </a:lvl4pPr>
            <a:lvl5pPr marL="381671" indent="0" algn="ctr">
              <a:buNone/>
              <a:defRPr sz="334"/>
            </a:lvl5pPr>
            <a:lvl6pPr marL="477088" indent="0" algn="ctr">
              <a:buNone/>
              <a:defRPr sz="334"/>
            </a:lvl6pPr>
            <a:lvl7pPr marL="572506" indent="0" algn="ctr">
              <a:buNone/>
              <a:defRPr sz="334"/>
            </a:lvl7pPr>
            <a:lvl8pPr marL="667923" indent="0" algn="ctr">
              <a:buNone/>
              <a:defRPr sz="334"/>
            </a:lvl8pPr>
            <a:lvl9pPr marL="763341" indent="0" algn="ctr">
              <a:buNone/>
              <a:defRPr sz="33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29.05.26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1833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29.05.26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057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193" y="628092"/>
            <a:ext cx="1645801" cy="1047985"/>
          </a:xfrm>
        </p:spPr>
        <p:txBody>
          <a:bodyPr anchor="b"/>
          <a:lstStyle>
            <a:lvl1pPr>
              <a:defRPr sz="12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193" y="1685991"/>
            <a:ext cx="1645801" cy="551110"/>
          </a:xfrm>
        </p:spPr>
        <p:txBody>
          <a:bodyPr/>
          <a:lstStyle>
            <a:lvl1pPr marL="0" indent="0">
              <a:buNone/>
              <a:defRPr sz="501">
                <a:solidFill>
                  <a:schemeClr val="tx1">
                    <a:tint val="82000"/>
                  </a:schemeClr>
                </a:solidFill>
              </a:defRPr>
            </a:lvl1pPr>
            <a:lvl2pPr marL="95418" indent="0">
              <a:buNone/>
              <a:defRPr sz="417">
                <a:solidFill>
                  <a:schemeClr val="tx1">
                    <a:tint val="82000"/>
                  </a:schemeClr>
                </a:solidFill>
              </a:defRPr>
            </a:lvl2pPr>
            <a:lvl3pPr marL="190835" indent="0">
              <a:buNone/>
              <a:defRPr sz="376">
                <a:solidFill>
                  <a:schemeClr val="tx1">
                    <a:tint val="82000"/>
                  </a:schemeClr>
                </a:solidFill>
              </a:defRPr>
            </a:lvl3pPr>
            <a:lvl4pPr marL="286253" indent="0">
              <a:buNone/>
              <a:defRPr sz="334">
                <a:solidFill>
                  <a:schemeClr val="tx1">
                    <a:tint val="82000"/>
                  </a:schemeClr>
                </a:solidFill>
              </a:defRPr>
            </a:lvl4pPr>
            <a:lvl5pPr marL="381671" indent="0">
              <a:buNone/>
              <a:defRPr sz="334">
                <a:solidFill>
                  <a:schemeClr val="tx1">
                    <a:tint val="82000"/>
                  </a:schemeClr>
                </a:solidFill>
              </a:defRPr>
            </a:lvl5pPr>
            <a:lvl6pPr marL="477088" indent="0">
              <a:buNone/>
              <a:defRPr sz="334">
                <a:solidFill>
                  <a:schemeClr val="tx1">
                    <a:tint val="82000"/>
                  </a:schemeClr>
                </a:solidFill>
              </a:defRPr>
            </a:lvl6pPr>
            <a:lvl7pPr marL="572506" indent="0">
              <a:buNone/>
              <a:defRPr sz="334">
                <a:solidFill>
                  <a:schemeClr val="tx1">
                    <a:tint val="82000"/>
                  </a:schemeClr>
                </a:solidFill>
              </a:defRPr>
            </a:lvl7pPr>
            <a:lvl8pPr marL="667923" indent="0">
              <a:buNone/>
              <a:defRPr sz="334">
                <a:solidFill>
                  <a:schemeClr val="tx1">
                    <a:tint val="82000"/>
                  </a:schemeClr>
                </a:solidFill>
              </a:defRPr>
            </a:lvl8pPr>
            <a:lvl9pPr marL="763341" indent="0">
              <a:buNone/>
              <a:defRPr sz="33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29.05.26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8872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1187" y="670664"/>
            <a:ext cx="810974" cy="15985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6014" y="670664"/>
            <a:ext cx="810974" cy="15985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29.05.26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5970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436" y="134133"/>
            <a:ext cx="1645801" cy="48696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436" y="617594"/>
            <a:ext cx="807247" cy="302673"/>
          </a:xfrm>
        </p:spPr>
        <p:txBody>
          <a:bodyPr anchor="b"/>
          <a:lstStyle>
            <a:lvl1pPr marL="0" indent="0">
              <a:buNone/>
              <a:defRPr sz="501" b="1"/>
            </a:lvl1pPr>
            <a:lvl2pPr marL="95418" indent="0">
              <a:buNone/>
              <a:defRPr sz="417" b="1"/>
            </a:lvl2pPr>
            <a:lvl3pPr marL="190835" indent="0">
              <a:buNone/>
              <a:defRPr sz="376" b="1"/>
            </a:lvl3pPr>
            <a:lvl4pPr marL="286253" indent="0">
              <a:buNone/>
              <a:defRPr sz="334" b="1"/>
            </a:lvl4pPr>
            <a:lvl5pPr marL="381671" indent="0">
              <a:buNone/>
              <a:defRPr sz="334" b="1"/>
            </a:lvl5pPr>
            <a:lvl6pPr marL="477088" indent="0">
              <a:buNone/>
              <a:defRPr sz="334" b="1"/>
            </a:lvl6pPr>
            <a:lvl7pPr marL="572506" indent="0">
              <a:buNone/>
              <a:defRPr sz="334" b="1"/>
            </a:lvl7pPr>
            <a:lvl8pPr marL="667923" indent="0">
              <a:buNone/>
              <a:defRPr sz="334" b="1"/>
            </a:lvl8pPr>
            <a:lvl9pPr marL="763341" indent="0">
              <a:buNone/>
              <a:defRPr sz="33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1436" y="920267"/>
            <a:ext cx="807247" cy="1353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6014" y="617594"/>
            <a:ext cx="811223" cy="302673"/>
          </a:xfrm>
        </p:spPr>
        <p:txBody>
          <a:bodyPr anchor="b"/>
          <a:lstStyle>
            <a:lvl1pPr marL="0" indent="0">
              <a:buNone/>
              <a:defRPr sz="501" b="1"/>
            </a:lvl1pPr>
            <a:lvl2pPr marL="95418" indent="0">
              <a:buNone/>
              <a:defRPr sz="417" b="1"/>
            </a:lvl2pPr>
            <a:lvl3pPr marL="190835" indent="0">
              <a:buNone/>
              <a:defRPr sz="376" b="1"/>
            </a:lvl3pPr>
            <a:lvl4pPr marL="286253" indent="0">
              <a:buNone/>
              <a:defRPr sz="334" b="1"/>
            </a:lvl4pPr>
            <a:lvl5pPr marL="381671" indent="0">
              <a:buNone/>
              <a:defRPr sz="334" b="1"/>
            </a:lvl5pPr>
            <a:lvl6pPr marL="477088" indent="0">
              <a:buNone/>
              <a:defRPr sz="334" b="1"/>
            </a:lvl6pPr>
            <a:lvl7pPr marL="572506" indent="0">
              <a:buNone/>
              <a:defRPr sz="334" b="1"/>
            </a:lvl7pPr>
            <a:lvl8pPr marL="667923" indent="0">
              <a:buNone/>
              <a:defRPr sz="334" b="1"/>
            </a:lvl8pPr>
            <a:lvl9pPr marL="763341" indent="0">
              <a:buNone/>
              <a:defRPr sz="33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6014" y="920267"/>
            <a:ext cx="811223" cy="1353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29.05.26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07179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29.05.26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34647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29.05.26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83634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436" y="167958"/>
            <a:ext cx="615436" cy="587851"/>
          </a:xfrm>
        </p:spPr>
        <p:txBody>
          <a:bodyPr anchor="b"/>
          <a:lstStyle>
            <a:lvl1pPr>
              <a:defRPr sz="66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1223" y="362742"/>
            <a:ext cx="966014" cy="1790381"/>
          </a:xfrm>
        </p:spPr>
        <p:txBody>
          <a:bodyPr/>
          <a:lstStyle>
            <a:lvl1pPr>
              <a:defRPr sz="668"/>
            </a:lvl1pPr>
            <a:lvl2pPr>
              <a:defRPr sz="584"/>
            </a:lvl2pPr>
            <a:lvl3pPr>
              <a:defRPr sz="501"/>
            </a:lvl3pPr>
            <a:lvl4pPr>
              <a:defRPr sz="417"/>
            </a:lvl4pPr>
            <a:lvl5pPr>
              <a:defRPr sz="417"/>
            </a:lvl5pPr>
            <a:lvl6pPr>
              <a:defRPr sz="417"/>
            </a:lvl6pPr>
            <a:lvl7pPr>
              <a:defRPr sz="417"/>
            </a:lvl7pPr>
            <a:lvl8pPr>
              <a:defRPr sz="417"/>
            </a:lvl8pPr>
            <a:lvl9pPr>
              <a:defRPr sz="41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436" y="755809"/>
            <a:ext cx="615436" cy="1400229"/>
          </a:xfrm>
        </p:spPr>
        <p:txBody>
          <a:bodyPr/>
          <a:lstStyle>
            <a:lvl1pPr marL="0" indent="0">
              <a:buNone/>
              <a:defRPr sz="334"/>
            </a:lvl1pPr>
            <a:lvl2pPr marL="95418" indent="0">
              <a:buNone/>
              <a:defRPr sz="292"/>
            </a:lvl2pPr>
            <a:lvl3pPr marL="190835" indent="0">
              <a:buNone/>
              <a:defRPr sz="250"/>
            </a:lvl3pPr>
            <a:lvl4pPr marL="286253" indent="0">
              <a:buNone/>
              <a:defRPr sz="209"/>
            </a:lvl4pPr>
            <a:lvl5pPr marL="381671" indent="0">
              <a:buNone/>
              <a:defRPr sz="209"/>
            </a:lvl5pPr>
            <a:lvl6pPr marL="477088" indent="0">
              <a:buNone/>
              <a:defRPr sz="209"/>
            </a:lvl6pPr>
            <a:lvl7pPr marL="572506" indent="0">
              <a:buNone/>
              <a:defRPr sz="209"/>
            </a:lvl7pPr>
            <a:lvl8pPr marL="667923" indent="0">
              <a:buNone/>
              <a:defRPr sz="209"/>
            </a:lvl8pPr>
            <a:lvl9pPr marL="763341" indent="0">
              <a:buNone/>
              <a:defRPr sz="20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29.05.26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0062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436" y="167958"/>
            <a:ext cx="615436" cy="587851"/>
          </a:xfrm>
        </p:spPr>
        <p:txBody>
          <a:bodyPr anchor="b"/>
          <a:lstStyle>
            <a:lvl1pPr>
              <a:defRPr sz="66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1223" y="362742"/>
            <a:ext cx="966014" cy="1790381"/>
          </a:xfrm>
        </p:spPr>
        <p:txBody>
          <a:bodyPr anchor="t"/>
          <a:lstStyle>
            <a:lvl1pPr marL="0" indent="0">
              <a:buNone/>
              <a:defRPr sz="668"/>
            </a:lvl1pPr>
            <a:lvl2pPr marL="95418" indent="0">
              <a:buNone/>
              <a:defRPr sz="584"/>
            </a:lvl2pPr>
            <a:lvl3pPr marL="190835" indent="0">
              <a:buNone/>
              <a:defRPr sz="501"/>
            </a:lvl3pPr>
            <a:lvl4pPr marL="286253" indent="0">
              <a:buNone/>
              <a:defRPr sz="417"/>
            </a:lvl4pPr>
            <a:lvl5pPr marL="381671" indent="0">
              <a:buNone/>
              <a:defRPr sz="417"/>
            </a:lvl5pPr>
            <a:lvl6pPr marL="477088" indent="0">
              <a:buNone/>
              <a:defRPr sz="417"/>
            </a:lvl6pPr>
            <a:lvl7pPr marL="572506" indent="0">
              <a:buNone/>
              <a:defRPr sz="417"/>
            </a:lvl7pPr>
            <a:lvl8pPr marL="667923" indent="0">
              <a:buNone/>
              <a:defRPr sz="417"/>
            </a:lvl8pPr>
            <a:lvl9pPr marL="763341" indent="0">
              <a:buNone/>
              <a:defRPr sz="41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436" y="755809"/>
            <a:ext cx="615436" cy="1400229"/>
          </a:xfrm>
        </p:spPr>
        <p:txBody>
          <a:bodyPr/>
          <a:lstStyle>
            <a:lvl1pPr marL="0" indent="0">
              <a:buNone/>
              <a:defRPr sz="334"/>
            </a:lvl1pPr>
            <a:lvl2pPr marL="95418" indent="0">
              <a:buNone/>
              <a:defRPr sz="292"/>
            </a:lvl2pPr>
            <a:lvl3pPr marL="190835" indent="0">
              <a:buNone/>
              <a:defRPr sz="250"/>
            </a:lvl3pPr>
            <a:lvl4pPr marL="286253" indent="0">
              <a:buNone/>
              <a:defRPr sz="209"/>
            </a:lvl4pPr>
            <a:lvl5pPr marL="381671" indent="0">
              <a:buNone/>
              <a:defRPr sz="209"/>
            </a:lvl5pPr>
            <a:lvl6pPr marL="477088" indent="0">
              <a:buNone/>
              <a:defRPr sz="209"/>
            </a:lvl6pPr>
            <a:lvl7pPr marL="572506" indent="0">
              <a:buNone/>
              <a:defRPr sz="209"/>
            </a:lvl7pPr>
            <a:lvl8pPr marL="667923" indent="0">
              <a:buNone/>
              <a:defRPr sz="209"/>
            </a:lvl8pPr>
            <a:lvl9pPr marL="763341" indent="0">
              <a:buNone/>
              <a:defRPr sz="20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29.05.26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54743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29.05.26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59153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5538" y="134133"/>
            <a:ext cx="411450" cy="21350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1187" y="134133"/>
            <a:ext cx="1210499" cy="21350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29.05.26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39875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1187" y="134133"/>
            <a:ext cx="1645801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187" y="670664"/>
            <a:ext cx="1645801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1187" y="2335077"/>
            <a:ext cx="429339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FBDB8-36C6-4744-999D-C99C2C96D370}" type="datetimeFigureOut">
              <a:rPr lang="en-DE" smtClean="0"/>
              <a:t>29.05.26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2083" y="2335077"/>
            <a:ext cx="644009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47649" y="2335077"/>
            <a:ext cx="429339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03953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defTabSz="190835" rtl="0" eaLnBrk="1" latinLnBrk="0" hangingPunct="1">
        <a:lnSpc>
          <a:spcPct val="90000"/>
        </a:lnSpc>
        <a:spcBef>
          <a:spcPct val="0"/>
        </a:spcBef>
        <a:buNone/>
        <a:defRPr sz="9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709" indent="-47709" algn="l" defTabSz="190835" rtl="0" eaLnBrk="1" latinLnBrk="0" hangingPunct="1">
        <a:lnSpc>
          <a:spcPct val="90000"/>
        </a:lnSpc>
        <a:spcBef>
          <a:spcPts val="209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1pPr>
      <a:lvl2pPr marL="143126" indent="-47709" algn="l" defTabSz="190835" rtl="0" eaLnBrk="1" latinLnBrk="0" hangingPunct="1">
        <a:lnSpc>
          <a:spcPct val="90000"/>
        </a:lnSpc>
        <a:spcBef>
          <a:spcPts val="104"/>
        </a:spcBef>
        <a:buFont typeface="Arial" panose="020B0604020202020204" pitchFamily="34" charset="0"/>
        <a:buChar char="•"/>
        <a:defRPr sz="501" kern="1200">
          <a:solidFill>
            <a:schemeClr val="tx1"/>
          </a:solidFill>
          <a:latin typeface="+mn-lt"/>
          <a:ea typeface="+mn-ea"/>
          <a:cs typeface="+mn-cs"/>
        </a:defRPr>
      </a:lvl2pPr>
      <a:lvl3pPr marL="238544" indent="-47709" algn="l" defTabSz="190835" rtl="0" eaLnBrk="1" latinLnBrk="0" hangingPunct="1">
        <a:lnSpc>
          <a:spcPct val="90000"/>
        </a:lnSpc>
        <a:spcBef>
          <a:spcPts val="104"/>
        </a:spcBef>
        <a:buFont typeface="Arial" panose="020B0604020202020204" pitchFamily="34" charset="0"/>
        <a:buChar char="•"/>
        <a:defRPr sz="417" kern="1200">
          <a:solidFill>
            <a:schemeClr val="tx1"/>
          </a:solidFill>
          <a:latin typeface="+mn-lt"/>
          <a:ea typeface="+mn-ea"/>
          <a:cs typeface="+mn-cs"/>
        </a:defRPr>
      </a:lvl3pPr>
      <a:lvl4pPr marL="333962" indent="-47709" algn="l" defTabSz="190835" rtl="0" eaLnBrk="1" latinLnBrk="0" hangingPunct="1">
        <a:lnSpc>
          <a:spcPct val="90000"/>
        </a:lnSpc>
        <a:spcBef>
          <a:spcPts val="104"/>
        </a:spcBef>
        <a:buFont typeface="Arial" panose="020B0604020202020204" pitchFamily="34" charset="0"/>
        <a:buChar char="•"/>
        <a:defRPr sz="376" kern="1200">
          <a:solidFill>
            <a:schemeClr val="tx1"/>
          </a:solidFill>
          <a:latin typeface="+mn-lt"/>
          <a:ea typeface="+mn-ea"/>
          <a:cs typeface="+mn-cs"/>
        </a:defRPr>
      </a:lvl4pPr>
      <a:lvl5pPr marL="429379" indent="-47709" algn="l" defTabSz="190835" rtl="0" eaLnBrk="1" latinLnBrk="0" hangingPunct="1">
        <a:lnSpc>
          <a:spcPct val="90000"/>
        </a:lnSpc>
        <a:spcBef>
          <a:spcPts val="104"/>
        </a:spcBef>
        <a:buFont typeface="Arial" panose="020B0604020202020204" pitchFamily="34" charset="0"/>
        <a:buChar char="•"/>
        <a:defRPr sz="376" kern="1200">
          <a:solidFill>
            <a:schemeClr val="tx1"/>
          </a:solidFill>
          <a:latin typeface="+mn-lt"/>
          <a:ea typeface="+mn-ea"/>
          <a:cs typeface="+mn-cs"/>
        </a:defRPr>
      </a:lvl5pPr>
      <a:lvl6pPr marL="524797" indent="-47709" algn="l" defTabSz="190835" rtl="0" eaLnBrk="1" latinLnBrk="0" hangingPunct="1">
        <a:lnSpc>
          <a:spcPct val="90000"/>
        </a:lnSpc>
        <a:spcBef>
          <a:spcPts val="104"/>
        </a:spcBef>
        <a:buFont typeface="Arial" panose="020B0604020202020204" pitchFamily="34" charset="0"/>
        <a:buChar char="•"/>
        <a:defRPr sz="376" kern="1200">
          <a:solidFill>
            <a:schemeClr val="tx1"/>
          </a:solidFill>
          <a:latin typeface="+mn-lt"/>
          <a:ea typeface="+mn-ea"/>
          <a:cs typeface="+mn-cs"/>
        </a:defRPr>
      </a:lvl6pPr>
      <a:lvl7pPr marL="620215" indent="-47709" algn="l" defTabSz="190835" rtl="0" eaLnBrk="1" latinLnBrk="0" hangingPunct="1">
        <a:lnSpc>
          <a:spcPct val="90000"/>
        </a:lnSpc>
        <a:spcBef>
          <a:spcPts val="104"/>
        </a:spcBef>
        <a:buFont typeface="Arial" panose="020B0604020202020204" pitchFamily="34" charset="0"/>
        <a:buChar char="•"/>
        <a:defRPr sz="376" kern="1200">
          <a:solidFill>
            <a:schemeClr val="tx1"/>
          </a:solidFill>
          <a:latin typeface="+mn-lt"/>
          <a:ea typeface="+mn-ea"/>
          <a:cs typeface="+mn-cs"/>
        </a:defRPr>
      </a:lvl7pPr>
      <a:lvl8pPr marL="715632" indent="-47709" algn="l" defTabSz="190835" rtl="0" eaLnBrk="1" latinLnBrk="0" hangingPunct="1">
        <a:lnSpc>
          <a:spcPct val="90000"/>
        </a:lnSpc>
        <a:spcBef>
          <a:spcPts val="104"/>
        </a:spcBef>
        <a:buFont typeface="Arial" panose="020B0604020202020204" pitchFamily="34" charset="0"/>
        <a:buChar char="•"/>
        <a:defRPr sz="376" kern="1200">
          <a:solidFill>
            <a:schemeClr val="tx1"/>
          </a:solidFill>
          <a:latin typeface="+mn-lt"/>
          <a:ea typeface="+mn-ea"/>
          <a:cs typeface="+mn-cs"/>
        </a:defRPr>
      </a:lvl8pPr>
      <a:lvl9pPr marL="811050" indent="-47709" algn="l" defTabSz="190835" rtl="0" eaLnBrk="1" latinLnBrk="0" hangingPunct="1">
        <a:lnSpc>
          <a:spcPct val="90000"/>
        </a:lnSpc>
        <a:spcBef>
          <a:spcPts val="104"/>
        </a:spcBef>
        <a:buFont typeface="Arial" panose="020B0604020202020204" pitchFamily="34" charset="0"/>
        <a:buChar char="•"/>
        <a:defRPr sz="3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0835" rtl="0" eaLnBrk="1" latinLnBrk="0" hangingPunct="1">
        <a:defRPr sz="376" kern="1200">
          <a:solidFill>
            <a:schemeClr val="tx1"/>
          </a:solidFill>
          <a:latin typeface="+mn-lt"/>
          <a:ea typeface="+mn-ea"/>
          <a:cs typeface="+mn-cs"/>
        </a:defRPr>
      </a:lvl1pPr>
      <a:lvl2pPr marL="95418" algn="l" defTabSz="190835" rtl="0" eaLnBrk="1" latinLnBrk="0" hangingPunct="1">
        <a:defRPr sz="376" kern="1200">
          <a:solidFill>
            <a:schemeClr val="tx1"/>
          </a:solidFill>
          <a:latin typeface="+mn-lt"/>
          <a:ea typeface="+mn-ea"/>
          <a:cs typeface="+mn-cs"/>
        </a:defRPr>
      </a:lvl2pPr>
      <a:lvl3pPr marL="190835" algn="l" defTabSz="190835" rtl="0" eaLnBrk="1" latinLnBrk="0" hangingPunct="1">
        <a:defRPr sz="376" kern="1200">
          <a:solidFill>
            <a:schemeClr val="tx1"/>
          </a:solidFill>
          <a:latin typeface="+mn-lt"/>
          <a:ea typeface="+mn-ea"/>
          <a:cs typeface="+mn-cs"/>
        </a:defRPr>
      </a:lvl3pPr>
      <a:lvl4pPr marL="286253" algn="l" defTabSz="190835" rtl="0" eaLnBrk="1" latinLnBrk="0" hangingPunct="1">
        <a:defRPr sz="376" kern="1200">
          <a:solidFill>
            <a:schemeClr val="tx1"/>
          </a:solidFill>
          <a:latin typeface="+mn-lt"/>
          <a:ea typeface="+mn-ea"/>
          <a:cs typeface="+mn-cs"/>
        </a:defRPr>
      </a:lvl4pPr>
      <a:lvl5pPr marL="381671" algn="l" defTabSz="190835" rtl="0" eaLnBrk="1" latinLnBrk="0" hangingPunct="1">
        <a:defRPr sz="376" kern="1200">
          <a:solidFill>
            <a:schemeClr val="tx1"/>
          </a:solidFill>
          <a:latin typeface="+mn-lt"/>
          <a:ea typeface="+mn-ea"/>
          <a:cs typeface="+mn-cs"/>
        </a:defRPr>
      </a:lvl5pPr>
      <a:lvl6pPr marL="477088" algn="l" defTabSz="190835" rtl="0" eaLnBrk="1" latinLnBrk="0" hangingPunct="1">
        <a:defRPr sz="376" kern="1200">
          <a:solidFill>
            <a:schemeClr val="tx1"/>
          </a:solidFill>
          <a:latin typeface="+mn-lt"/>
          <a:ea typeface="+mn-ea"/>
          <a:cs typeface="+mn-cs"/>
        </a:defRPr>
      </a:lvl6pPr>
      <a:lvl7pPr marL="572506" algn="l" defTabSz="190835" rtl="0" eaLnBrk="1" latinLnBrk="0" hangingPunct="1">
        <a:defRPr sz="376" kern="1200">
          <a:solidFill>
            <a:schemeClr val="tx1"/>
          </a:solidFill>
          <a:latin typeface="+mn-lt"/>
          <a:ea typeface="+mn-ea"/>
          <a:cs typeface="+mn-cs"/>
        </a:defRPr>
      </a:lvl7pPr>
      <a:lvl8pPr marL="667923" algn="l" defTabSz="190835" rtl="0" eaLnBrk="1" latinLnBrk="0" hangingPunct="1">
        <a:defRPr sz="376" kern="1200">
          <a:solidFill>
            <a:schemeClr val="tx1"/>
          </a:solidFill>
          <a:latin typeface="+mn-lt"/>
          <a:ea typeface="+mn-ea"/>
          <a:cs typeface="+mn-cs"/>
        </a:defRPr>
      </a:lvl8pPr>
      <a:lvl9pPr marL="763341" algn="l" defTabSz="190835" rtl="0" eaLnBrk="1" latinLnBrk="0" hangingPunct="1">
        <a:defRPr sz="3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2723B8DD-CD45-9B18-C611-60429074F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654691"/>
            <a:ext cx="936625" cy="93662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EC674B0-FB53-36A1-02CD-BD2611EB9695}"/>
              </a:ext>
            </a:extLst>
          </p:cNvPr>
          <p:cNvSpPr txBox="1"/>
          <p:nvPr/>
        </p:nvSpPr>
        <p:spPr>
          <a:xfrm>
            <a:off x="-61132" y="613416"/>
            <a:ext cx="1714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600" b="1" dirty="0"/>
              <a:t>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8281D7-B8F4-8D87-87ED-E8069A4C7BE1}"/>
              </a:ext>
            </a:extLst>
          </p:cNvPr>
          <p:cNvSpPr txBox="1"/>
          <p:nvPr/>
        </p:nvSpPr>
        <p:spPr>
          <a:xfrm>
            <a:off x="880268" y="613416"/>
            <a:ext cx="1714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600" b="1" dirty="0"/>
              <a:t>D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BBD86FA-7C91-F40B-EE5A-3E261A846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1591316"/>
            <a:ext cx="936625" cy="93662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8503677-E2FC-FE9F-1FEB-9F0D14F49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" y="1591315"/>
            <a:ext cx="936625" cy="93662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4BAACA8-6C9D-2A8D-3FBB-A92DCA821A9C}"/>
              </a:ext>
            </a:extLst>
          </p:cNvPr>
          <p:cNvSpPr txBox="1"/>
          <p:nvPr/>
        </p:nvSpPr>
        <p:spPr>
          <a:xfrm>
            <a:off x="-61723" y="1540258"/>
            <a:ext cx="1714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600" b="1" dirty="0"/>
              <a:t>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28362E-5B26-0157-4C55-56C191301C67}"/>
              </a:ext>
            </a:extLst>
          </p:cNvPr>
          <p:cNvSpPr txBox="1"/>
          <p:nvPr/>
        </p:nvSpPr>
        <p:spPr>
          <a:xfrm>
            <a:off x="880268" y="1540258"/>
            <a:ext cx="1714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600" b="1" dirty="0"/>
              <a:t>F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3F77EE4-D1FB-8341-D812-DE42C7D2C9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703" r="8228" b="5205"/>
          <a:stretch>
            <a:fillRect/>
          </a:stretch>
        </p:blipFill>
        <p:spPr>
          <a:xfrm>
            <a:off x="958605" y="737241"/>
            <a:ext cx="949813" cy="80823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763F5B6-F1DE-19A3-9E5E-023AD7B8CD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350" y="80815"/>
            <a:ext cx="1908175" cy="57245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E0CD1F9-88C0-9CB3-7B2B-CED13EE4B41A}"/>
              </a:ext>
            </a:extLst>
          </p:cNvPr>
          <p:cNvSpPr txBox="1"/>
          <p:nvPr/>
        </p:nvSpPr>
        <p:spPr>
          <a:xfrm>
            <a:off x="-69597" y="-51218"/>
            <a:ext cx="1714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600" b="1" dirty="0"/>
              <a:t>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7AF3AF-7EEE-319B-C1BD-03A48BA0B56D}"/>
              </a:ext>
            </a:extLst>
          </p:cNvPr>
          <p:cNvSpPr txBox="1"/>
          <p:nvPr/>
        </p:nvSpPr>
        <p:spPr>
          <a:xfrm>
            <a:off x="871803" y="-51218"/>
            <a:ext cx="1714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6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600938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2722</TotalTime>
  <Words>6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RAMESH, Arunkumar (SALISBURY NHS FOUNDATION TRUST)</dc:creator>
  <cp:lastModifiedBy>RAMESH, Arunkumar (SALISBURY NHS FOUNDATION TRUST)</cp:lastModifiedBy>
  <cp:revision>17</cp:revision>
  <dcterms:created xsi:type="dcterms:W3CDTF">2026-04-28T09:32:36Z</dcterms:created>
  <dcterms:modified xsi:type="dcterms:W3CDTF">2026-05-29T20:35:09Z</dcterms:modified>
</cp:coreProperties>
</file>