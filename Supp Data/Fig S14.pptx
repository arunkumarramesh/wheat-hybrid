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28" r:id="rId1"/>
  </p:sldMasterIdLst>
  <p:notesMasterIdLst>
    <p:notesMasterId r:id="rId3"/>
  </p:notesMasterIdLst>
  <p:sldIdLst>
    <p:sldId id="281" r:id="rId2"/>
  </p:sldIdLst>
  <p:sldSz cx="1908175" cy="1871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8"/>
    <p:restoredTop sz="94686"/>
  </p:normalViewPr>
  <p:slideViewPr>
    <p:cSldViewPr snapToGrid="0">
      <p:cViewPr>
        <p:scale>
          <a:sx n="285" d="100"/>
          <a:sy n="285" d="100"/>
        </p:scale>
        <p:origin x="2792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0CFC23-F338-EB41-8653-4316F1EF48B5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855788" y="1143000"/>
            <a:ext cx="3146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47636C-B006-8E47-A161-B8C06667ED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830253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1pPr>
    <a:lvl2pPr marL="70843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2pPr>
    <a:lvl3pPr marL="141687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3pPr>
    <a:lvl4pPr marL="212530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4pPr>
    <a:lvl5pPr marL="283373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5pPr>
    <a:lvl6pPr marL="354217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6pPr>
    <a:lvl7pPr marL="425060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7pPr>
    <a:lvl8pPr marL="495904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8pPr>
    <a:lvl9pPr marL="566747" algn="l" defTabSz="141687" rtl="0" eaLnBrk="1" latinLnBrk="0" hangingPunct="1">
      <a:defRPr sz="186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3113" y="306312"/>
            <a:ext cx="1621949" cy="651616"/>
          </a:xfrm>
        </p:spPr>
        <p:txBody>
          <a:bodyPr anchor="b"/>
          <a:lstStyle>
            <a:lvl1pPr algn="ctr">
              <a:defRPr sz="125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8522" y="983057"/>
            <a:ext cx="1431131" cy="451885"/>
          </a:xfrm>
        </p:spPr>
        <p:txBody>
          <a:bodyPr/>
          <a:lstStyle>
            <a:lvl1pPr marL="0" indent="0" algn="ctr">
              <a:buNone/>
              <a:defRPr sz="501"/>
            </a:lvl1pPr>
            <a:lvl2pPr marL="95418" indent="0" algn="ctr">
              <a:buNone/>
              <a:defRPr sz="417"/>
            </a:lvl2pPr>
            <a:lvl3pPr marL="190835" indent="0" algn="ctr">
              <a:buNone/>
              <a:defRPr sz="376"/>
            </a:lvl3pPr>
            <a:lvl4pPr marL="286253" indent="0" algn="ctr">
              <a:buNone/>
              <a:defRPr sz="334"/>
            </a:lvl4pPr>
            <a:lvl5pPr marL="381671" indent="0" algn="ctr">
              <a:buNone/>
              <a:defRPr sz="334"/>
            </a:lvl5pPr>
            <a:lvl6pPr marL="477088" indent="0" algn="ctr">
              <a:buNone/>
              <a:defRPr sz="334"/>
            </a:lvl6pPr>
            <a:lvl7pPr marL="572506" indent="0" algn="ctr">
              <a:buNone/>
              <a:defRPr sz="334"/>
            </a:lvl7pPr>
            <a:lvl8pPr marL="667923" indent="0" algn="ctr">
              <a:buNone/>
              <a:defRPr sz="334"/>
            </a:lvl8pPr>
            <a:lvl9pPr marL="763341" indent="0" algn="ctr">
              <a:buNone/>
              <a:defRPr sz="334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692468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33391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193" y="466616"/>
            <a:ext cx="1645801" cy="778560"/>
          </a:xfrm>
        </p:spPr>
        <p:txBody>
          <a:bodyPr anchor="b"/>
          <a:lstStyle>
            <a:lvl1pPr>
              <a:defRPr sz="1252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193" y="1252542"/>
            <a:ext cx="1645801" cy="409426"/>
          </a:xfrm>
        </p:spPr>
        <p:txBody>
          <a:bodyPr/>
          <a:lstStyle>
            <a:lvl1pPr marL="0" indent="0">
              <a:buNone/>
              <a:defRPr sz="501">
                <a:solidFill>
                  <a:schemeClr val="tx1">
                    <a:tint val="82000"/>
                  </a:schemeClr>
                </a:solidFill>
              </a:defRPr>
            </a:lvl1pPr>
            <a:lvl2pPr marL="95418" indent="0">
              <a:buNone/>
              <a:defRPr sz="417">
                <a:solidFill>
                  <a:schemeClr val="tx1">
                    <a:tint val="82000"/>
                  </a:schemeClr>
                </a:solidFill>
              </a:defRPr>
            </a:lvl2pPr>
            <a:lvl3pPr marL="190835" indent="0">
              <a:buNone/>
              <a:defRPr sz="376">
                <a:solidFill>
                  <a:schemeClr val="tx1">
                    <a:tint val="82000"/>
                  </a:schemeClr>
                </a:solidFill>
              </a:defRPr>
            </a:lvl3pPr>
            <a:lvl4pPr marL="286253" indent="0">
              <a:buNone/>
              <a:defRPr sz="334">
                <a:solidFill>
                  <a:schemeClr val="tx1">
                    <a:tint val="82000"/>
                  </a:schemeClr>
                </a:solidFill>
              </a:defRPr>
            </a:lvl4pPr>
            <a:lvl5pPr marL="381671" indent="0">
              <a:buNone/>
              <a:defRPr sz="334">
                <a:solidFill>
                  <a:schemeClr val="tx1">
                    <a:tint val="82000"/>
                  </a:schemeClr>
                </a:solidFill>
              </a:defRPr>
            </a:lvl5pPr>
            <a:lvl6pPr marL="477088" indent="0">
              <a:buNone/>
              <a:defRPr sz="334">
                <a:solidFill>
                  <a:schemeClr val="tx1">
                    <a:tint val="82000"/>
                  </a:schemeClr>
                </a:solidFill>
              </a:defRPr>
            </a:lvl6pPr>
            <a:lvl7pPr marL="572506" indent="0">
              <a:buNone/>
              <a:defRPr sz="334">
                <a:solidFill>
                  <a:schemeClr val="tx1">
                    <a:tint val="82000"/>
                  </a:schemeClr>
                </a:solidFill>
              </a:defRPr>
            </a:lvl7pPr>
            <a:lvl8pPr marL="667923" indent="0">
              <a:buNone/>
              <a:defRPr sz="334">
                <a:solidFill>
                  <a:schemeClr val="tx1">
                    <a:tint val="82000"/>
                  </a:schemeClr>
                </a:solidFill>
              </a:defRPr>
            </a:lvl8pPr>
            <a:lvl9pPr marL="763341" indent="0">
              <a:buNone/>
              <a:defRPr sz="334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295738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1187" y="498244"/>
            <a:ext cx="810974" cy="118755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66014" y="498244"/>
            <a:ext cx="810974" cy="118755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1335955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436" y="99649"/>
            <a:ext cx="1645801" cy="36176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436" y="458818"/>
            <a:ext cx="807247" cy="224859"/>
          </a:xfrm>
        </p:spPr>
        <p:txBody>
          <a:bodyPr anchor="b"/>
          <a:lstStyle>
            <a:lvl1pPr marL="0" indent="0">
              <a:buNone/>
              <a:defRPr sz="501" b="1"/>
            </a:lvl1pPr>
            <a:lvl2pPr marL="95418" indent="0">
              <a:buNone/>
              <a:defRPr sz="417" b="1"/>
            </a:lvl2pPr>
            <a:lvl3pPr marL="190835" indent="0">
              <a:buNone/>
              <a:defRPr sz="376" b="1"/>
            </a:lvl3pPr>
            <a:lvl4pPr marL="286253" indent="0">
              <a:buNone/>
              <a:defRPr sz="334" b="1"/>
            </a:lvl4pPr>
            <a:lvl5pPr marL="381671" indent="0">
              <a:buNone/>
              <a:defRPr sz="334" b="1"/>
            </a:lvl5pPr>
            <a:lvl6pPr marL="477088" indent="0">
              <a:buNone/>
              <a:defRPr sz="334" b="1"/>
            </a:lvl6pPr>
            <a:lvl7pPr marL="572506" indent="0">
              <a:buNone/>
              <a:defRPr sz="334" b="1"/>
            </a:lvl7pPr>
            <a:lvl8pPr marL="667923" indent="0">
              <a:buNone/>
              <a:defRPr sz="334" b="1"/>
            </a:lvl8pPr>
            <a:lvl9pPr marL="763341" indent="0">
              <a:buNone/>
              <a:defRPr sz="33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1436" y="683677"/>
            <a:ext cx="807247" cy="100558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66014" y="458818"/>
            <a:ext cx="811223" cy="224859"/>
          </a:xfrm>
        </p:spPr>
        <p:txBody>
          <a:bodyPr anchor="b"/>
          <a:lstStyle>
            <a:lvl1pPr marL="0" indent="0">
              <a:buNone/>
              <a:defRPr sz="501" b="1"/>
            </a:lvl1pPr>
            <a:lvl2pPr marL="95418" indent="0">
              <a:buNone/>
              <a:defRPr sz="417" b="1"/>
            </a:lvl2pPr>
            <a:lvl3pPr marL="190835" indent="0">
              <a:buNone/>
              <a:defRPr sz="376" b="1"/>
            </a:lvl3pPr>
            <a:lvl4pPr marL="286253" indent="0">
              <a:buNone/>
              <a:defRPr sz="334" b="1"/>
            </a:lvl4pPr>
            <a:lvl5pPr marL="381671" indent="0">
              <a:buNone/>
              <a:defRPr sz="334" b="1"/>
            </a:lvl5pPr>
            <a:lvl6pPr marL="477088" indent="0">
              <a:buNone/>
              <a:defRPr sz="334" b="1"/>
            </a:lvl6pPr>
            <a:lvl7pPr marL="572506" indent="0">
              <a:buNone/>
              <a:defRPr sz="334" b="1"/>
            </a:lvl7pPr>
            <a:lvl8pPr marL="667923" indent="0">
              <a:buNone/>
              <a:defRPr sz="334" b="1"/>
            </a:lvl8pPr>
            <a:lvl9pPr marL="763341" indent="0">
              <a:buNone/>
              <a:defRPr sz="334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66014" y="683677"/>
            <a:ext cx="811223" cy="100558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5366376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82714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075505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436" y="124778"/>
            <a:ext cx="615436" cy="436721"/>
          </a:xfrm>
        </p:spPr>
        <p:txBody>
          <a:bodyPr anchor="b"/>
          <a:lstStyle>
            <a:lvl1pPr>
              <a:defRPr sz="66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1223" y="269485"/>
            <a:ext cx="966014" cy="1330094"/>
          </a:xfrm>
        </p:spPr>
        <p:txBody>
          <a:bodyPr/>
          <a:lstStyle>
            <a:lvl1pPr>
              <a:defRPr sz="668"/>
            </a:lvl1pPr>
            <a:lvl2pPr>
              <a:defRPr sz="584"/>
            </a:lvl2pPr>
            <a:lvl3pPr>
              <a:defRPr sz="501"/>
            </a:lvl3pPr>
            <a:lvl4pPr>
              <a:defRPr sz="417"/>
            </a:lvl4pPr>
            <a:lvl5pPr>
              <a:defRPr sz="417"/>
            </a:lvl5pPr>
            <a:lvl6pPr>
              <a:defRPr sz="417"/>
            </a:lvl6pPr>
            <a:lvl7pPr>
              <a:defRPr sz="417"/>
            </a:lvl7pPr>
            <a:lvl8pPr>
              <a:defRPr sz="417"/>
            </a:lvl8pPr>
            <a:lvl9pPr>
              <a:defRPr sz="417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436" y="561499"/>
            <a:ext cx="615436" cy="1040246"/>
          </a:xfrm>
        </p:spPr>
        <p:txBody>
          <a:bodyPr/>
          <a:lstStyle>
            <a:lvl1pPr marL="0" indent="0">
              <a:buNone/>
              <a:defRPr sz="334"/>
            </a:lvl1pPr>
            <a:lvl2pPr marL="95418" indent="0">
              <a:buNone/>
              <a:defRPr sz="292"/>
            </a:lvl2pPr>
            <a:lvl3pPr marL="190835" indent="0">
              <a:buNone/>
              <a:defRPr sz="250"/>
            </a:lvl3pPr>
            <a:lvl4pPr marL="286253" indent="0">
              <a:buNone/>
              <a:defRPr sz="209"/>
            </a:lvl4pPr>
            <a:lvl5pPr marL="381671" indent="0">
              <a:buNone/>
              <a:defRPr sz="209"/>
            </a:lvl5pPr>
            <a:lvl6pPr marL="477088" indent="0">
              <a:buNone/>
              <a:defRPr sz="209"/>
            </a:lvl6pPr>
            <a:lvl7pPr marL="572506" indent="0">
              <a:buNone/>
              <a:defRPr sz="209"/>
            </a:lvl7pPr>
            <a:lvl8pPr marL="667923" indent="0">
              <a:buNone/>
              <a:defRPr sz="209"/>
            </a:lvl8pPr>
            <a:lvl9pPr marL="763341" indent="0">
              <a:buNone/>
              <a:defRPr sz="20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23758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436" y="124778"/>
            <a:ext cx="615436" cy="436721"/>
          </a:xfrm>
        </p:spPr>
        <p:txBody>
          <a:bodyPr anchor="b"/>
          <a:lstStyle>
            <a:lvl1pPr>
              <a:defRPr sz="668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1223" y="269485"/>
            <a:ext cx="966014" cy="1330094"/>
          </a:xfrm>
        </p:spPr>
        <p:txBody>
          <a:bodyPr anchor="t"/>
          <a:lstStyle>
            <a:lvl1pPr marL="0" indent="0">
              <a:buNone/>
              <a:defRPr sz="668"/>
            </a:lvl1pPr>
            <a:lvl2pPr marL="95418" indent="0">
              <a:buNone/>
              <a:defRPr sz="584"/>
            </a:lvl2pPr>
            <a:lvl3pPr marL="190835" indent="0">
              <a:buNone/>
              <a:defRPr sz="501"/>
            </a:lvl3pPr>
            <a:lvl4pPr marL="286253" indent="0">
              <a:buNone/>
              <a:defRPr sz="417"/>
            </a:lvl4pPr>
            <a:lvl5pPr marL="381671" indent="0">
              <a:buNone/>
              <a:defRPr sz="417"/>
            </a:lvl5pPr>
            <a:lvl6pPr marL="477088" indent="0">
              <a:buNone/>
              <a:defRPr sz="417"/>
            </a:lvl6pPr>
            <a:lvl7pPr marL="572506" indent="0">
              <a:buNone/>
              <a:defRPr sz="417"/>
            </a:lvl7pPr>
            <a:lvl8pPr marL="667923" indent="0">
              <a:buNone/>
              <a:defRPr sz="417"/>
            </a:lvl8pPr>
            <a:lvl9pPr marL="763341" indent="0">
              <a:buNone/>
              <a:defRPr sz="417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1436" y="561499"/>
            <a:ext cx="615436" cy="1040246"/>
          </a:xfrm>
        </p:spPr>
        <p:txBody>
          <a:bodyPr/>
          <a:lstStyle>
            <a:lvl1pPr marL="0" indent="0">
              <a:buNone/>
              <a:defRPr sz="334"/>
            </a:lvl1pPr>
            <a:lvl2pPr marL="95418" indent="0">
              <a:buNone/>
              <a:defRPr sz="292"/>
            </a:lvl2pPr>
            <a:lvl3pPr marL="190835" indent="0">
              <a:buNone/>
              <a:defRPr sz="250"/>
            </a:lvl3pPr>
            <a:lvl4pPr marL="286253" indent="0">
              <a:buNone/>
              <a:defRPr sz="209"/>
            </a:lvl4pPr>
            <a:lvl5pPr marL="381671" indent="0">
              <a:buNone/>
              <a:defRPr sz="209"/>
            </a:lvl5pPr>
            <a:lvl6pPr marL="477088" indent="0">
              <a:buNone/>
              <a:defRPr sz="209"/>
            </a:lvl6pPr>
            <a:lvl7pPr marL="572506" indent="0">
              <a:buNone/>
              <a:defRPr sz="209"/>
            </a:lvl7pPr>
            <a:lvl8pPr marL="667923" indent="0">
              <a:buNone/>
              <a:defRPr sz="209"/>
            </a:lvl8pPr>
            <a:lvl9pPr marL="763341" indent="0">
              <a:buNone/>
              <a:defRPr sz="209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1578882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8514121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365538" y="99649"/>
            <a:ext cx="411450" cy="158614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1187" y="99649"/>
            <a:ext cx="1210499" cy="158614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822407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1187" y="99649"/>
            <a:ext cx="1645801" cy="36176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187" y="498244"/>
            <a:ext cx="1645801" cy="11875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1187" y="1734755"/>
            <a:ext cx="429339" cy="996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9FBDB8-36C6-4744-999D-C99C2C96D370}" type="datetimeFigureOut">
              <a:rPr lang="en-DE" smtClean="0"/>
              <a:t>20.05.26</a:t>
            </a:fld>
            <a:endParaRPr lang="en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32083" y="1734755"/>
            <a:ext cx="644009" cy="996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347649" y="1734755"/>
            <a:ext cx="429339" cy="996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6787DE-9D7F-E647-9C7A-6A6F945C3AA4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705637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l" defTabSz="190835" rtl="0" eaLnBrk="1" latinLnBrk="0" hangingPunct="1">
        <a:lnSpc>
          <a:spcPct val="90000"/>
        </a:lnSpc>
        <a:spcBef>
          <a:spcPct val="0"/>
        </a:spcBef>
        <a:buNone/>
        <a:defRPr sz="91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7709" indent="-47709" algn="l" defTabSz="190835" rtl="0" eaLnBrk="1" latinLnBrk="0" hangingPunct="1">
        <a:lnSpc>
          <a:spcPct val="90000"/>
        </a:lnSpc>
        <a:spcBef>
          <a:spcPts val="209"/>
        </a:spcBef>
        <a:buFont typeface="Arial" panose="020B0604020202020204" pitchFamily="34" charset="0"/>
        <a:buChar char="•"/>
        <a:defRPr sz="584" kern="1200">
          <a:solidFill>
            <a:schemeClr val="tx1"/>
          </a:solidFill>
          <a:latin typeface="+mn-lt"/>
          <a:ea typeface="+mn-ea"/>
          <a:cs typeface="+mn-cs"/>
        </a:defRPr>
      </a:lvl1pPr>
      <a:lvl2pPr marL="143126" indent="-47709" algn="l" defTabSz="190835" rtl="0" eaLnBrk="1" latinLnBrk="0" hangingPunct="1">
        <a:lnSpc>
          <a:spcPct val="90000"/>
        </a:lnSpc>
        <a:spcBef>
          <a:spcPts val="104"/>
        </a:spcBef>
        <a:buFont typeface="Arial" panose="020B0604020202020204" pitchFamily="34" charset="0"/>
        <a:buChar char="•"/>
        <a:defRPr sz="501" kern="1200">
          <a:solidFill>
            <a:schemeClr val="tx1"/>
          </a:solidFill>
          <a:latin typeface="+mn-lt"/>
          <a:ea typeface="+mn-ea"/>
          <a:cs typeface="+mn-cs"/>
        </a:defRPr>
      </a:lvl2pPr>
      <a:lvl3pPr marL="238544" indent="-47709" algn="l" defTabSz="190835" rtl="0" eaLnBrk="1" latinLnBrk="0" hangingPunct="1">
        <a:lnSpc>
          <a:spcPct val="90000"/>
        </a:lnSpc>
        <a:spcBef>
          <a:spcPts val="104"/>
        </a:spcBef>
        <a:buFont typeface="Arial" panose="020B0604020202020204" pitchFamily="34" charset="0"/>
        <a:buChar char="•"/>
        <a:defRPr sz="417" kern="1200">
          <a:solidFill>
            <a:schemeClr val="tx1"/>
          </a:solidFill>
          <a:latin typeface="+mn-lt"/>
          <a:ea typeface="+mn-ea"/>
          <a:cs typeface="+mn-cs"/>
        </a:defRPr>
      </a:lvl3pPr>
      <a:lvl4pPr marL="333962" indent="-47709" algn="l" defTabSz="190835" rtl="0" eaLnBrk="1" latinLnBrk="0" hangingPunct="1">
        <a:lnSpc>
          <a:spcPct val="90000"/>
        </a:lnSpc>
        <a:spcBef>
          <a:spcPts val="104"/>
        </a:spcBef>
        <a:buFont typeface="Arial" panose="020B0604020202020204" pitchFamily="34" charset="0"/>
        <a:buChar char="•"/>
        <a:defRPr sz="376" kern="1200">
          <a:solidFill>
            <a:schemeClr val="tx1"/>
          </a:solidFill>
          <a:latin typeface="+mn-lt"/>
          <a:ea typeface="+mn-ea"/>
          <a:cs typeface="+mn-cs"/>
        </a:defRPr>
      </a:lvl4pPr>
      <a:lvl5pPr marL="429379" indent="-47709" algn="l" defTabSz="190835" rtl="0" eaLnBrk="1" latinLnBrk="0" hangingPunct="1">
        <a:lnSpc>
          <a:spcPct val="90000"/>
        </a:lnSpc>
        <a:spcBef>
          <a:spcPts val="104"/>
        </a:spcBef>
        <a:buFont typeface="Arial" panose="020B0604020202020204" pitchFamily="34" charset="0"/>
        <a:buChar char="•"/>
        <a:defRPr sz="376" kern="1200">
          <a:solidFill>
            <a:schemeClr val="tx1"/>
          </a:solidFill>
          <a:latin typeface="+mn-lt"/>
          <a:ea typeface="+mn-ea"/>
          <a:cs typeface="+mn-cs"/>
        </a:defRPr>
      </a:lvl5pPr>
      <a:lvl6pPr marL="524797" indent="-47709" algn="l" defTabSz="190835" rtl="0" eaLnBrk="1" latinLnBrk="0" hangingPunct="1">
        <a:lnSpc>
          <a:spcPct val="90000"/>
        </a:lnSpc>
        <a:spcBef>
          <a:spcPts val="104"/>
        </a:spcBef>
        <a:buFont typeface="Arial" panose="020B0604020202020204" pitchFamily="34" charset="0"/>
        <a:buChar char="•"/>
        <a:defRPr sz="376" kern="1200">
          <a:solidFill>
            <a:schemeClr val="tx1"/>
          </a:solidFill>
          <a:latin typeface="+mn-lt"/>
          <a:ea typeface="+mn-ea"/>
          <a:cs typeface="+mn-cs"/>
        </a:defRPr>
      </a:lvl6pPr>
      <a:lvl7pPr marL="620215" indent="-47709" algn="l" defTabSz="190835" rtl="0" eaLnBrk="1" latinLnBrk="0" hangingPunct="1">
        <a:lnSpc>
          <a:spcPct val="90000"/>
        </a:lnSpc>
        <a:spcBef>
          <a:spcPts val="104"/>
        </a:spcBef>
        <a:buFont typeface="Arial" panose="020B0604020202020204" pitchFamily="34" charset="0"/>
        <a:buChar char="•"/>
        <a:defRPr sz="376" kern="1200">
          <a:solidFill>
            <a:schemeClr val="tx1"/>
          </a:solidFill>
          <a:latin typeface="+mn-lt"/>
          <a:ea typeface="+mn-ea"/>
          <a:cs typeface="+mn-cs"/>
        </a:defRPr>
      </a:lvl7pPr>
      <a:lvl8pPr marL="715632" indent="-47709" algn="l" defTabSz="190835" rtl="0" eaLnBrk="1" latinLnBrk="0" hangingPunct="1">
        <a:lnSpc>
          <a:spcPct val="90000"/>
        </a:lnSpc>
        <a:spcBef>
          <a:spcPts val="104"/>
        </a:spcBef>
        <a:buFont typeface="Arial" panose="020B0604020202020204" pitchFamily="34" charset="0"/>
        <a:buChar char="•"/>
        <a:defRPr sz="376" kern="1200">
          <a:solidFill>
            <a:schemeClr val="tx1"/>
          </a:solidFill>
          <a:latin typeface="+mn-lt"/>
          <a:ea typeface="+mn-ea"/>
          <a:cs typeface="+mn-cs"/>
        </a:defRPr>
      </a:lvl8pPr>
      <a:lvl9pPr marL="811050" indent="-47709" algn="l" defTabSz="190835" rtl="0" eaLnBrk="1" latinLnBrk="0" hangingPunct="1">
        <a:lnSpc>
          <a:spcPct val="90000"/>
        </a:lnSpc>
        <a:spcBef>
          <a:spcPts val="104"/>
        </a:spcBef>
        <a:buFont typeface="Arial" panose="020B0604020202020204" pitchFamily="34" charset="0"/>
        <a:buChar char="•"/>
        <a:defRPr sz="37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0835" rtl="0" eaLnBrk="1" latinLnBrk="0" hangingPunct="1">
        <a:defRPr sz="376" kern="1200">
          <a:solidFill>
            <a:schemeClr val="tx1"/>
          </a:solidFill>
          <a:latin typeface="+mn-lt"/>
          <a:ea typeface="+mn-ea"/>
          <a:cs typeface="+mn-cs"/>
        </a:defRPr>
      </a:lvl1pPr>
      <a:lvl2pPr marL="95418" algn="l" defTabSz="190835" rtl="0" eaLnBrk="1" latinLnBrk="0" hangingPunct="1">
        <a:defRPr sz="376" kern="1200">
          <a:solidFill>
            <a:schemeClr val="tx1"/>
          </a:solidFill>
          <a:latin typeface="+mn-lt"/>
          <a:ea typeface="+mn-ea"/>
          <a:cs typeface="+mn-cs"/>
        </a:defRPr>
      </a:lvl2pPr>
      <a:lvl3pPr marL="190835" algn="l" defTabSz="190835" rtl="0" eaLnBrk="1" latinLnBrk="0" hangingPunct="1">
        <a:defRPr sz="376" kern="1200">
          <a:solidFill>
            <a:schemeClr val="tx1"/>
          </a:solidFill>
          <a:latin typeface="+mn-lt"/>
          <a:ea typeface="+mn-ea"/>
          <a:cs typeface="+mn-cs"/>
        </a:defRPr>
      </a:lvl3pPr>
      <a:lvl4pPr marL="286253" algn="l" defTabSz="190835" rtl="0" eaLnBrk="1" latinLnBrk="0" hangingPunct="1">
        <a:defRPr sz="376" kern="1200">
          <a:solidFill>
            <a:schemeClr val="tx1"/>
          </a:solidFill>
          <a:latin typeface="+mn-lt"/>
          <a:ea typeface="+mn-ea"/>
          <a:cs typeface="+mn-cs"/>
        </a:defRPr>
      </a:lvl4pPr>
      <a:lvl5pPr marL="381671" algn="l" defTabSz="190835" rtl="0" eaLnBrk="1" latinLnBrk="0" hangingPunct="1">
        <a:defRPr sz="376" kern="1200">
          <a:solidFill>
            <a:schemeClr val="tx1"/>
          </a:solidFill>
          <a:latin typeface="+mn-lt"/>
          <a:ea typeface="+mn-ea"/>
          <a:cs typeface="+mn-cs"/>
        </a:defRPr>
      </a:lvl5pPr>
      <a:lvl6pPr marL="477088" algn="l" defTabSz="190835" rtl="0" eaLnBrk="1" latinLnBrk="0" hangingPunct="1">
        <a:defRPr sz="376" kern="1200">
          <a:solidFill>
            <a:schemeClr val="tx1"/>
          </a:solidFill>
          <a:latin typeface="+mn-lt"/>
          <a:ea typeface="+mn-ea"/>
          <a:cs typeface="+mn-cs"/>
        </a:defRPr>
      </a:lvl6pPr>
      <a:lvl7pPr marL="572506" algn="l" defTabSz="190835" rtl="0" eaLnBrk="1" latinLnBrk="0" hangingPunct="1">
        <a:defRPr sz="376" kern="1200">
          <a:solidFill>
            <a:schemeClr val="tx1"/>
          </a:solidFill>
          <a:latin typeface="+mn-lt"/>
          <a:ea typeface="+mn-ea"/>
          <a:cs typeface="+mn-cs"/>
        </a:defRPr>
      </a:lvl7pPr>
      <a:lvl8pPr marL="667923" algn="l" defTabSz="190835" rtl="0" eaLnBrk="1" latinLnBrk="0" hangingPunct="1">
        <a:defRPr sz="376" kern="1200">
          <a:solidFill>
            <a:schemeClr val="tx1"/>
          </a:solidFill>
          <a:latin typeface="+mn-lt"/>
          <a:ea typeface="+mn-ea"/>
          <a:cs typeface="+mn-cs"/>
        </a:defRPr>
      </a:lvl8pPr>
      <a:lvl9pPr marL="763341" algn="l" defTabSz="190835" rtl="0" eaLnBrk="1" latinLnBrk="0" hangingPunct="1">
        <a:defRPr sz="37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>
            <a:extLst>
              <a:ext uri="{FF2B5EF4-FFF2-40B4-BE49-F238E27FC236}">
                <a16:creationId xmlns:a16="http://schemas.microsoft.com/office/drawing/2014/main" id="{14AD5565-DCF0-ED7C-8A1E-047BC5869F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0" y="0"/>
            <a:ext cx="936625" cy="9366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FA30EAF7-0136-81BD-F2D6-E82A576818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6468" y="3578"/>
            <a:ext cx="936625" cy="936625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2256FB09-1372-0431-0009-0BB802DC3F87}"/>
              </a:ext>
            </a:extLst>
          </p:cNvPr>
          <p:cNvSpPr txBox="1"/>
          <p:nvPr/>
        </p:nvSpPr>
        <p:spPr>
          <a:xfrm>
            <a:off x="-61132" y="-41275"/>
            <a:ext cx="17145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600" b="1" dirty="0"/>
              <a:t>A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45C0F58-28FA-2F01-091D-9B0CEA763EDB}"/>
              </a:ext>
            </a:extLst>
          </p:cNvPr>
          <p:cNvSpPr txBox="1"/>
          <p:nvPr/>
        </p:nvSpPr>
        <p:spPr>
          <a:xfrm>
            <a:off x="880268" y="-41275"/>
            <a:ext cx="17145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600" b="1" dirty="0"/>
              <a:t>B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FAE98C2-01A2-F8E4-C084-5821EA2BE04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200" y="936625"/>
            <a:ext cx="936625" cy="93662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B6D38640-E670-E06D-E24B-512880D11F6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0" y="936624"/>
            <a:ext cx="936625" cy="936625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5AADD2C-08C3-0796-DE27-442D147A308E}"/>
              </a:ext>
            </a:extLst>
          </p:cNvPr>
          <p:cNvSpPr txBox="1"/>
          <p:nvPr/>
        </p:nvSpPr>
        <p:spPr>
          <a:xfrm>
            <a:off x="-61723" y="885567"/>
            <a:ext cx="17145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600" b="1" dirty="0"/>
              <a:t>C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80D72A-F029-CE8F-7E0A-264012562BC0}"/>
              </a:ext>
            </a:extLst>
          </p:cNvPr>
          <p:cNvSpPr txBox="1"/>
          <p:nvPr/>
        </p:nvSpPr>
        <p:spPr>
          <a:xfrm>
            <a:off x="880268" y="885567"/>
            <a:ext cx="17145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600" b="1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16009388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2713</TotalTime>
  <Words>4</Words>
  <Application>Microsoft Macintosh PowerPoint</Application>
  <PresentationFormat>Custom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RAMESH, Arunkumar (SALISBURY NHS FOUNDATION TRUST)</dc:creator>
  <cp:lastModifiedBy>RAMESH, Arunkumar (SALISBURY NHS FOUNDATION TRUST)</cp:lastModifiedBy>
  <cp:revision>14</cp:revision>
  <dcterms:created xsi:type="dcterms:W3CDTF">2026-04-28T09:32:36Z</dcterms:created>
  <dcterms:modified xsi:type="dcterms:W3CDTF">2026-05-20T12:07:52Z</dcterms:modified>
</cp:coreProperties>
</file>