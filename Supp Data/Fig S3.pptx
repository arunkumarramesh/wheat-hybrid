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sldIdLst>
    <p:sldId id="256" r:id="rId2"/>
  </p:sldIdLst>
  <p:sldSz cx="251936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86"/>
  </p:normalViewPr>
  <p:slideViewPr>
    <p:cSldViewPr snapToGrid="0">
      <p:cViewPr varScale="1">
        <p:scale>
          <a:sx n="400" d="100"/>
          <a:sy n="400" d="100"/>
        </p:scale>
        <p:origin x="119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21" y="176668"/>
            <a:ext cx="1889522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21" y="566988"/>
            <a:ext cx="1889522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449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558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94" y="269125"/>
            <a:ext cx="2172951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894" y="722415"/>
            <a:ext cx="2172951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753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06" y="287367"/>
            <a:ext cx="1070729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428" y="287367"/>
            <a:ext cx="1070729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757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57474"/>
            <a:ext cx="2172951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34" y="264627"/>
            <a:ext cx="1065809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34" y="394318"/>
            <a:ext cx="106580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428" y="264627"/>
            <a:ext cx="1071057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428" y="394318"/>
            <a:ext cx="1071057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456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20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099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71967"/>
            <a:ext cx="812560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057" y="155428"/>
            <a:ext cx="1275428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34" y="323850"/>
            <a:ext cx="812560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865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71967"/>
            <a:ext cx="812560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057" y="155428"/>
            <a:ext cx="1275428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34" y="323850"/>
            <a:ext cx="812560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42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14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2919" y="57474"/>
            <a:ext cx="543238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06" y="57474"/>
            <a:ext cx="1598221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17788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06" y="57474"/>
            <a:ext cx="2172951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06" y="287367"/>
            <a:ext cx="2172951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06" y="1000537"/>
            <a:ext cx="56685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539" y="1000537"/>
            <a:ext cx="850285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300" y="1000537"/>
            <a:ext cx="56685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602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27224E5-CC6D-5B77-6741-BC979EA1C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55" y="-10886"/>
            <a:ext cx="1246155" cy="10903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71FF70-85BC-C5B3-E842-1286BED41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" y="-5443"/>
            <a:ext cx="1246155" cy="10903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96A1CD-9B1F-8F42-EEEA-46F33440054A}"/>
              </a:ext>
            </a:extLst>
          </p:cNvPr>
          <p:cNvSpPr txBox="1"/>
          <p:nvPr/>
        </p:nvSpPr>
        <p:spPr>
          <a:xfrm>
            <a:off x="-15577" y="-15969"/>
            <a:ext cx="1719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BDB088-3F90-893F-2667-798D085A56FB}"/>
              </a:ext>
            </a:extLst>
          </p:cNvPr>
          <p:cNvSpPr txBox="1"/>
          <p:nvPr/>
        </p:nvSpPr>
        <p:spPr>
          <a:xfrm>
            <a:off x="1179650" y="-8769"/>
            <a:ext cx="1719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6</cp:revision>
  <dcterms:created xsi:type="dcterms:W3CDTF">2026-04-27T19:37:35Z</dcterms:created>
  <dcterms:modified xsi:type="dcterms:W3CDTF">2026-04-28T14:31:39Z</dcterms:modified>
</cp:coreProperties>
</file>