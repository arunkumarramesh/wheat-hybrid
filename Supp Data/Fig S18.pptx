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44" r:id="rId1"/>
  </p:sldMasterIdLst>
  <p:sldIdLst>
    <p:sldId id="256" r:id="rId2"/>
  </p:sldIdLst>
  <p:sldSz cx="1765300" cy="1277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86"/>
  </p:normalViewPr>
  <p:slideViewPr>
    <p:cSldViewPr snapToGrid="0">
      <p:cViewPr varScale="1">
        <p:scale>
          <a:sx n="400" d="100"/>
          <a:sy n="400" d="100"/>
        </p:scale>
        <p:origin x="182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398" y="209144"/>
            <a:ext cx="1500505" cy="444912"/>
          </a:xfrm>
        </p:spPr>
        <p:txBody>
          <a:bodyPr anchor="b"/>
          <a:lstStyle>
            <a:lvl1pPr algn="ctr">
              <a:defRPr sz="1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663" y="671213"/>
            <a:ext cx="1323975" cy="308539"/>
          </a:xfrm>
        </p:spPr>
        <p:txBody>
          <a:bodyPr/>
          <a:lstStyle>
            <a:lvl1pPr marL="0" indent="0" algn="ctr">
              <a:buNone/>
              <a:defRPr sz="447"/>
            </a:lvl1pPr>
            <a:lvl2pPr marL="85176" indent="0" algn="ctr">
              <a:buNone/>
              <a:defRPr sz="373"/>
            </a:lvl2pPr>
            <a:lvl3pPr marL="170353" indent="0" algn="ctr">
              <a:buNone/>
              <a:defRPr sz="335"/>
            </a:lvl3pPr>
            <a:lvl4pPr marL="255529" indent="0" algn="ctr">
              <a:buNone/>
              <a:defRPr sz="298"/>
            </a:lvl4pPr>
            <a:lvl5pPr marL="340705" indent="0" algn="ctr">
              <a:buNone/>
              <a:defRPr sz="298"/>
            </a:lvl5pPr>
            <a:lvl6pPr marL="425882" indent="0" algn="ctr">
              <a:buNone/>
              <a:defRPr sz="298"/>
            </a:lvl6pPr>
            <a:lvl7pPr marL="511058" indent="0" algn="ctr">
              <a:buNone/>
              <a:defRPr sz="298"/>
            </a:lvl7pPr>
            <a:lvl8pPr marL="596235" indent="0" algn="ctr">
              <a:buNone/>
              <a:defRPr sz="298"/>
            </a:lvl8pPr>
            <a:lvl9pPr marL="681411" indent="0" algn="ctr">
              <a:buNone/>
              <a:defRPr sz="29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603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622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45" y="318597"/>
            <a:ext cx="1522571" cy="531587"/>
          </a:xfrm>
        </p:spPr>
        <p:txBody>
          <a:bodyPr anchor="b"/>
          <a:lstStyle>
            <a:lvl1pPr>
              <a:defRPr sz="111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445" y="855213"/>
            <a:ext cx="1522571" cy="279549"/>
          </a:xfrm>
        </p:spPr>
        <p:txBody>
          <a:bodyPr/>
          <a:lstStyle>
            <a:lvl1pPr marL="0" indent="0">
              <a:buNone/>
              <a:defRPr sz="447">
                <a:solidFill>
                  <a:schemeClr val="tx1">
                    <a:tint val="82000"/>
                  </a:schemeClr>
                </a:solidFill>
              </a:defRPr>
            </a:lvl1pPr>
            <a:lvl2pPr marL="85176" indent="0">
              <a:buNone/>
              <a:defRPr sz="373">
                <a:solidFill>
                  <a:schemeClr val="tx1">
                    <a:tint val="82000"/>
                  </a:schemeClr>
                </a:solidFill>
              </a:defRPr>
            </a:lvl2pPr>
            <a:lvl3pPr marL="170353" indent="0">
              <a:buNone/>
              <a:defRPr sz="335">
                <a:solidFill>
                  <a:schemeClr val="tx1">
                    <a:tint val="82000"/>
                  </a:schemeClr>
                </a:solidFill>
              </a:defRPr>
            </a:lvl3pPr>
            <a:lvl4pPr marL="255529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4pPr>
            <a:lvl5pPr marL="340705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5pPr>
            <a:lvl6pPr marL="425882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6pPr>
            <a:lvl7pPr marL="511058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7pPr>
            <a:lvl8pPr marL="596235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8pPr>
            <a:lvl9pPr marL="681411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177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364" y="340192"/>
            <a:ext cx="750253" cy="810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3683" y="340192"/>
            <a:ext cx="750253" cy="810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367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68039"/>
            <a:ext cx="1522571" cy="247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594" y="313272"/>
            <a:ext cx="746805" cy="153530"/>
          </a:xfrm>
        </p:spPr>
        <p:txBody>
          <a:bodyPr anchor="b"/>
          <a:lstStyle>
            <a:lvl1pPr marL="0" indent="0">
              <a:buNone/>
              <a:defRPr sz="447" b="1"/>
            </a:lvl1pPr>
            <a:lvl2pPr marL="85176" indent="0">
              <a:buNone/>
              <a:defRPr sz="373" b="1"/>
            </a:lvl2pPr>
            <a:lvl3pPr marL="170353" indent="0">
              <a:buNone/>
              <a:defRPr sz="335" b="1"/>
            </a:lvl3pPr>
            <a:lvl4pPr marL="255529" indent="0">
              <a:buNone/>
              <a:defRPr sz="298" b="1"/>
            </a:lvl4pPr>
            <a:lvl5pPr marL="340705" indent="0">
              <a:buNone/>
              <a:defRPr sz="298" b="1"/>
            </a:lvl5pPr>
            <a:lvl6pPr marL="425882" indent="0">
              <a:buNone/>
              <a:defRPr sz="298" b="1"/>
            </a:lvl6pPr>
            <a:lvl7pPr marL="511058" indent="0">
              <a:buNone/>
              <a:defRPr sz="298" b="1"/>
            </a:lvl7pPr>
            <a:lvl8pPr marL="596235" indent="0">
              <a:buNone/>
              <a:defRPr sz="298" b="1"/>
            </a:lvl8pPr>
            <a:lvl9pPr marL="681411" indent="0">
              <a:buNone/>
              <a:defRPr sz="2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594" y="466802"/>
            <a:ext cx="746805" cy="686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3683" y="313272"/>
            <a:ext cx="750482" cy="153530"/>
          </a:xfrm>
        </p:spPr>
        <p:txBody>
          <a:bodyPr anchor="b"/>
          <a:lstStyle>
            <a:lvl1pPr marL="0" indent="0">
              <a:buNone/>
              <a:defRPr sz="447" b="1"/>
            </a:lvl1pPr>
            <a:lvl2pPr marL="85176" indent="0">
              <a:buNone/>
              <a:defRPr sz="373" b="1"/>
            </a:lvl2pPr>
            <a:lvl3pPr marL="170353" indent="0">
              <a:buNone/>
              <a:defRPr sz="335" b="1"/>
            </a:lvl3pPr>
            <a:lvl4pPr marL="255529" indent="0">
              <a:buNone/>
              <a:defRPr sz="298" b="1"/>
            </a:lvl4pPr>
            <a:lvl5pPr marL="340705" indent="0">
              <a:buNone/>
              <a:defRPr sz="298" b="1"/>
            </a:lvl5pPr>
            <a:lvl6pPr marL="425882" indent="0">
              <a:buNone/>
              <a:defRPr sz="298" b="1"/>
            </a:lvl6pPr>
            <a:lvl7pPr marL="511058" indent="0">
              <a:buNone/>
              <a:defRPr sz="298" b="1"/>
            </a:lvl7pPr>
            <a:lvl8pPr marL="596235" indent="0">
              <a:buNone/>
              <a:defRPr sz="298" b="1"/>
            </a:lvl8pPr>
            <a:lvl9pPr marL="681411" indent="0">
              <a:buNone/>
              <a:defRPr sz="298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3683" y="466802"/>
            <a:ext cx="750482" cy="6865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78444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508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05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85196"/>
            <a:ext cx="569355" cy="298186"/>
          </a:xfrm>
        </p:spPr>
        <p:txBody>
          <a:bodyPr anchor="b"/>
          <a:lstStyle>
            <a:lvl1pPr>
              <a:defRPr sz="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0482" y="184000"/>
            <a:ext cx="893683" cy="908164"/>
          </a:xfrm>
        </p:spPr>
        <p:txBody>
          <a:bodyPr/>
          <a:lstStyle>
            <a:lvl1pPr>
              <a:defRPr sz="596"/>
            </a:lvl1pPr>
            <a:lvl2pPr>
              <a:defRPr sz="522"/>
            </a:lvl2pPr>
            <a:lvl3pPr>
              <a:defRPr sz="447"/>
            </a:lvl3pPr>
            <a:lvl4pPr>
              <a:defRPr sz="373"/>
            </a:lvl4pPr>
            <a:lvl5pPr>
              <a:defRPr sz="373"/>
            </a:lvl5pPr>
            <a:lvl6pPr>
              <a:defRPr sz="373"/>
            </a:lvl6pPr>
            <a:lvl7pPr>
              <a:defRPr sz="373"/>
            </a:lvl7pPr>
            <a:lvl8pPr>
              <a:defRPr sz="373"/>
            </a:lvl8pPr>
            <a:lvl9pPr>
              <a:defRPr sz="37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594" y="383382"/>
            <a:ext cx="569355" cy="710261"/>
          </a:xfrm>
        </p:spPr>
        <p:txBody>
          <a:bodyPr/>
          <a:lstStyle>
            <a:lvl1pPr marL="0" indent="0">
              <a:buNone/>
              <a:defRPr sz="298"/>
            </a:lvl1pPr>
            <a:lvl2pPr marL="85176" indent="0">
              <a:buNone/>
              <a:defRPr sz="261"/>
            </a:lvl2pPr>
            <a:lvl3pPr marL="170353" indent="0">
              <a:buNone/>
              <a:defRPr sz="224"/>
            </a:lvl3pPr>
            <a:lvl4pPr marL="255529" indent="0">
              <a:buNone/>
              <a:defRPr sz="186"/>
            </a:lvl4pPr>
            <a:lvl5pPr marL="340705" indent="0">
              <a:buNone/>
              <a:defRPr sz="186"/>
            </a:lvl5pPr>
            <a:lvl6pPr marL="425882" indent="0">
              <a:buNone/>
              <a:defRPr sz="186"/>
            </a:lvl6pPr>
            <a:lvl7pPr marL="511058" indent="0">
              <a:buNone/>
              <a:defRPr sz="186"/>
            </a:lvl7pPr>
            <a:lvl8pPr marL="596235" indent="0">
              <a:buNone/>
              <a:defRPr sz="186"/>
            </a:lvl8pPr>
            <a:lvl9pPr marL="681411" indent="0">
              <a:buNone/>
              <a:defRPr sz="1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55802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94" y="85196"/>
            <a:ext cx="569355" cy="298186"/>
          </a:xfrm>
        </p:spPr>
        <p:txBody>
          <a:bodyPr anchor="b"/>
          <a:lstStyle>
            <a:lvl1pPr>
              <a:defRPr sz="59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0482" y="184000"/>
            <a:ext cx="893683" cy="908164"/>
          </a:xfrm>
        </p:spPr>
        <p:txBody>
          <a:bodyPr anchor="t"/>
          <a:lstStyle>
            <a:lvl1pPr marL="0" indent="0">
              <a:buNone/>
              <a:defRPr sz="596"/>
            </a:lvl1pPr>
            <a:lvl2pPr marL="85176" indent="0">
              <a:buNone/>
              <a:defRPr sz="522"/>
            </a:lvl2pPr>
            <a:lvl3pPr marL="170353" indent="0">
              <a:buNone/>
              <a:defRPr sz="447"/>
            </a:lvl3pPr>
            <a:lvl4pPr marL="255529" indent="0">
              <a:buNone/>
              <a:defRPr sz="373"/>
            </a:lvl4pPr>
            <a:lvl5pPr marL="340705" indent="0">
              <a:buNone/>
              <a:defRPr sz="373"/>
            </a:lvl5pPr>
            <a:lvl6pPr marL="425882" indent="0">
              <a:buNone/>
              <a:defRPr sz="373"/>
            </a:lvl6pPr>
            <a:lvl7pPr marL="511058" indent="0">
              <a:buNone/>
              <a:defRPr sz="373"/>
            </a:lvl7pPr>
            <a:lvl8pPr marL="596235" indent="0">
              <a:buNone/>
              <a:defRPr sz="373"/>
            </a:lvl8pPr>
            <a:lvl9pPr marL="681411" indent="0">
              <a:buNone/>
              <a:defRPr sz="37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594" y="383382"/>
            <a:ext cx="569355" cy="710261"/>
          </a:xfrm>
        </p:spPr>
        <p:txBody>
          <a:bodyPr/>
          <a:lstStyle>
            <a:lvl1pPr marL="0" indent="0">
              <a:buNone/>
              <a:defRPr sz="298"/>
            </a:lvl1pPr>
            <a:lvl2pPr marL="85176" indent="0">
              <a:buNone/>
              <a:defRPr sz="261"/>
            </a:lvl2pPr>
            <a:lvl3pPr marL="170353" indent="0">
              <a:buNone/>
              <a:defRPr sz="224"/>
            </a:lvl3pPr>
            <a:lvl4pPr marL="255529" indent="0">
              <a:buNone/>
              <a:defRPr sz="186"/>
            </a:lvl4pPr>
            <a:lvl5pPr marL="340705" indent="0">
              <a:buNone/>
              <a:defRPr sz="186"/>
            </a:lvl5pPr>
            <a:lvl6pPr marL="425882" indent="0">
              <a:buNone/>
              <a:defRPr sz="186"/>
            </a:lvl6pPr>
            <a:lvl7pPr marL="511058" indent="0">
              <a:buNone/>
              <a:defRPr sz="186"/>
            </a:lvl7pPr>
            <a:lvl8pPr marL="596235" indent="0">
              <a:buNone/>
              <a:defRPr sz="186"/>
            </a:lvl8pPr>
            <a:lvl9pPr marL="681411" indent="0">
              <a:buNone/>
              <a:defRPr sz="18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686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06223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293" y="68039"/>
            <a:ext cx="380643" cy="108299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365" y="68039"/>
            <a:ext cx="1119862" cy="108299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1196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365" y="68039"/>
            <a:ext cx="1522571" cy="247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65" y="340192"/>
            <a:ext cx="1522571" cy="810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364" y="1184460"/>
            <a:ext cx="397193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4756" y="1184460"/>
            <a:ext cx="595789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6743" y="1184460"/>
            <a:ext cx="397193" cy="680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585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</p:sldLayoutIdLst>
  <p:txStyles>
    <p:titleStyle>
      <a:lvl1pPr algn="l" defTabSz="170353" rtl="0" eaLnBrk="1" latinLnBrk="0" hangingPunct="1">
        <a:lnSpc>
          <a:spcPct val="90000"/>
        </a:lnSpc>
        <a:spcBef>
          <a:spcPct val="0"/>
        </a:spcBef>
        <a:buNone/>
        <a:defRPr sz="8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588" indent="-42588" algn="l" defTabSz="170353" rtl="0" eaLnBrk="1" latinLnBrk="0" hangingPunct="1">
        <a:lnSpc>
          <a:spcPct val="90000"/>
        </a:lnSpc>
        <a:spcBef>
          <a:spcPts val="186"/>
        </a:spcBef>
        <a:buFont typeface="Arial" panose="020B0604020202020204" pitchFamily="34" charset="0"/>
        <a:buChar char="•"/>
        <a:defRPr sz="522" kern="1200">
          <a:solidFill>
            <a:schemeClr val="tx1"/>
          </a:solidFill>
          <a:latin typeface="+mn-lt"/>
          <a:ea typeface="+mn-ea"/>
          <a:cs typeface="+mn-cs"/>
        </a:defRPr>
      </a:lvl1pPr>
      <a:lvl2pPr marL="127765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447" kern="1200">
          <a:solidFill>
            <a:schemeClr val="tx1"/>
          </a:solidFill>
          <a:latin typeface="+mn-lt"/>
          <a:ea typeface="+mn-ea"/>
          <a:cs typeface="+mn-cs"/>
        </a:defRPr>
      </a:lvl2pPr>
      <a:lvl3pPr marL="212941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3pPr>
      <a:lvl4pPr marL="298117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4pPr>
      <a:lvl5pPr marL="383294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5pPr>
      <a:lvl6pPr marL="468470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6pPr>
      <a:lvl7pPr marL="553646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7pPr>
      <a:lvl8pPr marL="638823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8pPr>
      <a:lvl9pPr marL="723999" indent="-42588" algn="l" defTabSz="170353" rtl="0" eaLnBrk="1" latinLnBrk="0" hangingPunct="1">
        <a:lnSpc>
          <a:spcPct val="90000"/>
        </a:lnSpc>
        <a:spcBef>
          <a:spcPts val="93"/>
        </a:spcBef>
        <a:buFont typeface="Arial" panose="020B0604020202020204" pitchFamily="34" charset="0"/>
        <a:buChar char="•"/>
        <a:defRPr sz="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1pPr>
      <a:lvl2pPr marL="85176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2pPr>
      <a:lvl3pPr marL="170353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3pPr>
      <a:lvl4pPr marL="255529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4pPr>
      <a:lvl5pPr marL="340705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5pPr>
      <a:lvl6pPr marL="425882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6pPr>
      <a:lvl7pPr marL="511058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7pPr>
      <a:lvl8pPr marL="596235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8pPr>
      <a:lvl9pPr marL="681411" algn="l" defTabSz="170353" rtl="0" eaLnBrk="1" latinLnBrk="0" hangingPunct="1">
        <a:defRPr sz="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12E6C36-8664-DF76-DF6B-B072BCF1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12" y="908524"/>
            <a:ext cx="861966" cy="3694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2956CE-A8BE-A9ED-1F82-C4C69BA15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12" y="494523"/>
            <a:ext cx="864527" cy="370511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2595813-6D7E-418B-267D-068AEFFABBEB}"/>
              </a:ext>
            </a:extLst>
          </p:cNvPr>
          <p:cNvSpPr txBox="1"/>
          <p:nvPr/>
        </p:nvSpPr>
        <p:spPr>
          <a:xfrm>
            <a:off x="-63590" y="-42167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E7AED4C-27B3-3A73-ABE9-8268BEA2EFAE}"/>
              </a:ext>
            </a:extLst>
          </p:cNvPr>
          <p:cNvSpPr txBox="1"/>
          <p:nvPr/>
        </p:nvSpPr>
        <p:spPr>
          <a:xfrm>
            <a:off x="-63590" y="380529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5245E32-6DAA-0962-8E45-01997A3A010A}"/>
              </a:ext>
            </a:extLst>
          </p:cNvPr>
          <p:cNvSpPr txBox="1"/>
          <p:nvPr/>
        </p:nvSpPr>
        <p:spPr>
          <a:xfrm>
            <a:off x="-63590" y="806881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C14027F-8AD9-467F-9494-3C929841D4A4}"/>
              </a:ext>
            </a:extLst>
          </p:cNvPr>
          <p:cNvSpPr txBox="1"/>
          <p:nvPr/>
        </p:nvSpPr>
        <p:spPr>
          <a:xfrm>
            <a:off x="231638" y="-33230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CEEEC54-6ADD-404E-1D3B-916493B4B0C2}"/>
              </a:ext>
            </a:extLst>
          </p:cNvPr>
          <p:cNvSpPr txBox="1"/>
          <p:nvPr/>
        </p:nvSpPr>
        <p:spPr>
          <a:xfrm>
            <a:off x="1185343" y="-30304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AAE5BC5-C73C-5597-1A24-58D9E38CC940}"/>
              </a:ext>
            </a:extLst>
          </p:cNvPr>
          <p:cNvSpPr txBox="1"/>
          <p:nvPr/>
        </p:nvSpPr>
        <p:spPr>
          <a:xfrm>
            <a:off x="1185343" y="395919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D3191D8-0B15-A542-066E-677D3F87DDA1}"/>
              </a:ext>
            </a:extLst>
          </p:cNvPr>
          <p:cNvSpPr txBox="1"/>
          <p:nvPr/>
        </p:nvSpPr>
        <p:spPr>
          <a:xfrm>
            <a:off x="1185343" y="812496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Promoter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20DBB1-9817-DF2D-5F68-8FFD5FB4E3A5}"/>
              </a:ext>
            </a:extLst>
          </p:cNvPr>
          <p:cNvSpPr txBox="1"/>
          <p:nvPr/>
        </p:nvSpPr>
        <p:spPr>
          <a:xfrm>
            <a:off x="231638" y="385762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602664-2627-66DE-C643-6EE0804E57C5}"/>
              </a:ext>
            </a:extLst>
          </p:cNvPr>
          <p:cNvSpPr txBox="1"/>
          <p:nvPr/>
        </p:nvSpPr>
        <p:spPr>
          <a:xfrm>
            <a:off x="231638" y="812496"/>
            <a:ext cx="60361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dirty="0"/>
              <a:t>Coding Sequence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5FBDA3-5ACC-F633-460D-07504F966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7638"/>
            <a:ext cx="864530" cy="3705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E5DF5E-B76A-AD10-F818-FC39CA009B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10" y="65368"/>
            <a:ext cx="869828" cy="372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E4DD1A-BCA1-FDAB-845B-1528B50D2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650" y="496209"/>
            <a:ext cx="864526" cy="3705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068BF3-6FED-320E-7D05-A21EF3D07A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50" y="908524"/>
            <a:ext cx="864526" cy="37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12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18</cp:revision>
  <dcterms:created xsi:type="dcterms:W3CDTF">2026-04-27T19:37:35Z</dcterms:created>
  <dcterms:modified xsi:type="dcterms:W3CDTF">2026-05-20T11:40:15Z</dcterms:modified>
</cp:coreProperties>
</file>