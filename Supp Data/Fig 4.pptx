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6" r:id="rId1"/>
  </p:sldMasterIdLst>
  <p:notesMasterIdLst>
    <p:notesMasterId r:id="rId3"/>
  </p:notesMasterIdLst>
  <p:sldIdLst>
    <p:sldId id="280" r:id="rId2"/>
  </p:sldIdLst>
  <p:sldSz cx="2087563" cy="954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87"/>
    <p:restoredTop sz="95652"/>
  </p:normalViewPr>
  <p:slideViewPr>
    <p:cSldViewPr snapToGrid="0">
      <p:cViewPr varScale="1">
        <p:scale>
          <a:sx n="400" d="100"/>
          <a:sy n="400" d="100"/>
        </p:scale>
        <p:origin x="158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975" y="1143000"/>
            <a:ext cx="6750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1pPr>
    <a:lvl2pPr marL="71755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2pPr>
    <a:lvl3pPr marL="143509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3pPr>
    <a:lvl4pPr marL="215264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4pPr>
    <a:lvl5pPr marL="287019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5pPr>
    <a:lvl6pPr marL="358774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6pPr>
    <a:lvl7pPr marL="430527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7pPr>
    <a:lvl8pPr marL="502284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8pPr>
    <a:lvl9pPr marL="574037" algn="l" defTabSz="143509" rtl="0" eaLnBrk="1" latinLnBrk="0" hangingPunct="1">
      <a:defRPr sz="1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975" y="1143000"/>
            <a:ext cx="67500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Main plot 1)</a:t>
            </a:r>
          </a:p>
          <a:p>
            <a:endParaRPr lang="en-DE" dirty="0"/>
          </a:p>
          <a:p>
            <a:r>
              <a:rPr lang="en-DE" dirty="0"/>
              <a:t>From CS ref,</a:t>
            </a:r>
          </a:p>
          <a:p>
            <a:endParaRPr lang="en-DE" dirty="0"/>
          </a:p>
          <a:p>
            <a:r>
              <a:rPr lang="en-GB" dirty="0"/>
              <a:t>T</a:t>
            </a:r>
            <a:r>
              <a:rPr lang="en-DE" dirty="0"/>
              <a:t>op left: transcriptome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genotype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dirty="0"/>
              <a:t>Bottom left: Venn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Go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</a:t>
            </a:r>
            <a:r>
              <a:rPr lang="en-DE" dirty="0"/>
              <a:t>f splitting the venn up, there are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7579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3027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8045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6568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35464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48473D-6385-394A-B5E2-7D1906D53F9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893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0946" y="156144"/>
            <a:ext cx="1565672" cy="332164"/>
          </a:xfrm>
        </p:spPr>
        <p:txBody>
          <a:bodyPr anchor="b"/>
          <a:lstStyle>
            <a:lvl1pPr algn="ctr">
              <a:defRPr sz="83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0946" y="501117"/>
            <a:ext cx="1565672" cy="230350"/>
          </a:xfrm>
        </p:spPr>
        <p:txBody>
          <a:bodyPr/>
          <a:lstStyle>
            <a:lvl1pPr marL="0" indent="0" algn="ctr">
              <a:buNone/>
              <a:defRPr sz="334"/>
            </a:lvl1pPr>
            <a:lvl2pPr marL="63597" indent="0" algn="ctr">
              <a:buNone/>
              <a:defRPr sz="278"/>
            </a:lvl2pPr>
            <a:lvl3pPr marL="127193" indent="0" algn="ctr">
              <a:buNone/>
              <a:defRPr sz="250"/>
            </a:lvl3pPr>
            <a:lvl4pPr marL="190790" indent="0" algn="ctr">
              <a:buNone/>
              <a:defRPr sz="223"/>
            </a:lvl4pPr>
            <a:lvl5pPr marL="254386" indent="0" algn="ctr">
              <a:buNone/>
              <a:defRPr sz="223"/>
            </a:lvl5pPr>
            <a:lvl6pPr marL="317983" indent="0" algn="ctr">
              <a:buNone/>
              <a:defRPr sz="223"/>
            </a:lvl6pPr>
            <a:lvl7pPr marL="381579" indent="0" algn="ctr">
              <a:buNone/>
              <a:defRPr sz="223"/>
            </a:lvl7pPr>
            <a:lvl8pPr marL="445176" indent="0" algn="ctr">
              <a:buNone/>
              <a:defRPr sz="223"/>
            </a:lvl8pPr>
            <a:lvl9pPr marL="508772" indent="0" algn="ctr">
              <a:buNone/>
              <a:defRPr sz="22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07837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10120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433" y="237860"/>
            <a:ext cx="1800523" cy="396874"/>
          </a:xfrm>
        </p:spPr>
        <p:txBody>
          <a:bodyPr anchor="b"/>
          <a:lstStyle>
            <a:lvl1pPr>
              <a:defRPr sz="83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433" y="638488"/>
            <a:ext cx="1800523" cy="208707"/>
          </a:xfrm>
        </p:spPr>
        <p:txBody>
          <a:bodyPr/>
          <a:lstStyle>
            <a:lvl1pPr marL="0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1pPr>
            <a:lvl2pPr marL="63597" indent="0">
              <a:buNone/>
              <a:defRPr sz="278">
                <a:solidFill>
                  <a:schemeClr val="tx1">
                    <a:tint val="82000"/>
                  </a:schemeClr>
                </a:solidFill>
              </a:defRPr>
            </a:lvl2pPr>
            <a:lvl3pPr marL="127193" indent="0">
              <a:buNone/>
              <a:defRPr sz="250">
                <a:solidFill>
                  <a:schemeClr val="tx1">
                    <a:tint val="82000"/>
                  </a:schemeClr>
                </a:solidFill>
              </a:defRPr>
            </a:lvl3pPr>
            <a:lvl4pPr marL="190790" indent="0">
              <a:buNone/>
              <a:defRPr sz="223">
                <a:solidFill>
                  <a:schemeClr val="tx1">
                    <a:tint val="82000"/>
                  </a:schemeClr>
                </a:solidFill>
              </a:defRPr>
            </a:lvl4pPr>
            <a:lvl5pPr marL="254386" indent="0">
              <a:buNone/>
              <a:defRPr sz="223">
                <a:solidFill>
                  <a:schemeClr val="tx1">
                    <a:tint val="82000"/>
                  </a:schemeClr>
                </a:solidFill>
              </a:defRPr>
            </a:lvl5pPr>
            <a:lvl6pPr marL="317983" indent="0">
              <a:buNone/>
              <a:defRPr sz="223">
                <a:solidFill>
                  <a:schemeClr val="tx1">
                    <a:tint val="82000"/>
                  </a:schemeClr>
                </a:solidFill>
              </a:defRPr>
            </a:lvl6pPr>
            <a:lvl7pPr marL="381579" indent="0">
              <a:buNone/>
              <a:defRPr sz="223">
                <a:solidFill>
                  <a:schemeClr val="tx1">
                    <a:tint val="82000"/>
                  </a:schemeClr>
                </a:solidFill>
              </a:defRPr>
            </a:lvl7pPr>
            <a:lvl8pPr marL="445176" indent="0">
              <a:buNone/>
              <a:defRPr sz="223">
                <a:solidFill>
                  <a:schemeClr val="tx1">
                    <a:tint val="82000"/>
                  </a:schemeClr>
                </a:solidFill>
              </a:defRPr>
            </a:lvl8pPr>
            <a:lvl9pPr marL="508772" indent="0">
              <a:buNone/>
              <a:defRPr sz="2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53031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3520" y="253982"/>
            <a:ext cx="887214" cy="605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6829" y="253982"/>
            <a:ext cx="887214" cy="605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118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792" y="50796"/>
            <a:ext cx="1800523" cy="18441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792" y="233884"/>
            <a:ext cx="883137" cy="114623"/>
          </a:xfrm>
        </p:spPr>
        <p:txBody>
          <a:bodyPr anchor="b"/>
          <a:lstStyle>
            <a:lvl1pPr marL="0" indent="0">
              <a:buNone/>
              <a:defRPr sz="334" b="1"/>
            </a:lvl1pPr>
            <a:lvl2pPr marL="63597" indent="0">
              <a:buNone/>
              <a:defRPr sz="278" b="1"/>
            </a:lvl2pPr>
            <a:lvl3pPr marL="127193" indent="0">
              <a:buNone/>
              <a:defRPr sz="250" b="1"/>
            </a:lvl3pPr>
            <a:lvl4pPr marL="190790" indent="0">
              <a:buNone/>
              <a:defRPr sz="223" b="1"/>
            </a:lvl4pPr>
            <a:lvl5pPr marL="254386" indent="0">
              <a:buNone/>
              <a:defRPr sz="223" b="1"/>
            </a:lvl5pPr>
            <a:lvl6pPr marL="317983" indent="0">
              <a:buNone/>
              <a:defRPr sz="223" b="1"/>
            </a:lvl6pPr>
            <a:lvl7pPr marL="381579" indent="0">
              <a:buNone/>
              <a:defRPr sz="223" b="1"/>
            </a:lvl7pPr>
            <a:lvl8pPr marL="445176" indent="0">
              <a:buNone/>
              <a:defRPr sz="223" b="1"/>
            </a:lvl8pPr>
            <a:lvl9pPr marL="508772" indent="0">
              <a:buNone/>
              <a:defRPr sz="2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3792" y="348507"/>
            <a:ext cx="883137" cy="5126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56829" y="233884"/>
            <a:ext cx="887486" cy="114623"/>
          </a:xfrm>
        </p:spPr>
        <p:txBody>
          <a:bodyPr anchor="b"/>
          <a:lstStyle>
            <a:lvl1pPr marL="0" indent="0">
              <a:buNone/>
              <a:defRPr sz="334" b="1"/>
            </a:lvl1pPr>
            <a:lvl2pPr marL="63597" indent="0">
              <a:buNone/>
              <a:defRPr sz="278" b="1"/>
            </a:lvl2pPr>
            <a:lvl3pPr marL="127193" indent="0">
              <a:buNone/>
              <a:defRPr sz="250" b="1"/>
            </a:lvl3pPr>
            <a:lvl4pPr marL="190790" indent="0">
              <a:buNone/>
              <a:defRPr sz="223" b="1"/>
            </a:lvl4pPr>
            <a:lvl5pPr marL="254386" indent="0">
              <a:buNone/>
              <a:defRPr sz="223" b="1"/>
            </a:lvl5pPr>
            <a:lvl6pPr marL="317983" indent="0">
              <a:buNone/>
              <a:defRPr sz="223" b="1"/>
            </a:lvl6pPr>
            <a:lvl7pPr marL="381579" indent="0">
              <a:buNone/>
              <a:defRPr sz="223" b="1"/>
            </a:lvl7pPr>
            <a:lvl8pPr marL="445176" indent="0">
              <a:buNone/>
              <a:defRPr sz="223" b="1"/>
            </a:lvl8pPr>
            <a:lvl9pPr marL="508772" indent="0">
              <a:buNone/>
              <a:defRPr sz="22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56829" y="348507"/>
            <a:ext cx="887486" cy="5126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3739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204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93507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792" y="63606"/>
            <a:ext cx="673293" cy="222621"/>
          </a:xfrm>
        </p:spPr>
        <p:txBody>
          <a:bodyPr anchor="b"/>
          <a:lstStyle>
            <a:lvl1pPr>
              <a:defRPr sz="4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7486" y="137371"/>
            <a:ext cx="1056829" cy="678021"/>
          </a:xfrm>
        </p:spPr>
        <p:txBody>
          <a:bodyPr/>
          <a:lstStyle>
            <a:lvl1pPr>
              <a:defRPr sz="445"/>
            </a:lvl1pPr>
            <a:lvl2pPr>
              <a:defRPr sz="389"/>
            </a:lvl2pPr>
            <a:lvl3pPr>
              <a:defRPr sz="334"/>
            </a:lvl3pPr>
            <a:lvl4pPr>
              <a:defRPr sz="278"/>
            </a:lvl4pPr>
            <a:lvl5pPr>
              <a:defRPr sz="278"/>
            </a:lvl5pPr>
            <a:lvl6pPr>
              <a:defRPr sz="278"/>
            </a:lvl6pPr>
            <a:lvl7pPr>
              <a:defRPr sz="278"/>
            </a:lvl7pPr>
            <a:lvl8pPr>
              <a:defRPr sz="278"/>
            </a:lvl8pPr>
            <a:lvl9pPr>
              <a:defRPr sz="27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792" y="286226"/>
            <a:ext cx="673293" cy="530270"/>
          </a:xfrm>
        </p:spPr>
        <p:txBody>
          <a:bodyPr/>
          <a:lstStyle>
            <a:lvl1pPr marL="0" indent="0">
              <a:buNone/>
              <a:defRPr sz="223"/>
            </a:lvl1pPr>
            <a:lvl2pPr marL="63597" indent="0">
              <a:buNone/>
              <a:defRPr sz="195"/>
            </a:lvl2pPr>
            <a:lvl3pPr marL="127193" indent="0">
              <a:buNone/>
              <a:defRPr sz="167"/>
            </a:lvl3pPr>
            <a:lvl4pPr marL="190790" indent="0">
              <a:buNone/>
              <a:defRPr sz="139"/>
            </a:lvl4pPr>
            <a:lvl5pPr marL="254386" indent="0">
              <a:buNone/>
              <a:defRPr sz="139"/>
            </a:lvl5pPr>
            <a:lvl6pPr marL="317983" indent="0">
              <a:buNone/>
              <a:defRPr sz="139"/>
            </a:lvl6pPr>
            <a:lvl7pPr marL="381579" indent="0">
              <a:buNone/>
              <a:defRPr sz="139"/>
            </a:lvl7pPr>
            <a:lvl8pPr marL="445176" indent="0">
              <a:buNone/>
              <a:defRPr sz="139"/>
            </a:lvl8pPr>
            <a:lvl9pPr marL="508772" indent="0">
              <a:buNone/>
              <a:defRPr sz="1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1300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792" y="63606"/>
            <a:ext cx="673293" cy="222621"/>
          </a:xfrm>
        </p:spPr>
        <p:txBody>
          <a:bodyPr anchor="b"/>
          <a:lstStyle>
            <a:lvl1pPr>
              <a:defRPr sz="4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7486" y="137371"/>
            <a:ext cx="1056829" cy="678021"/>
          </a:xfrm>
        </p:spPr>
        <p:txBody>
          <a:bodyPr anchor="t"/>
          <a:lstStyle>
            <a:lvl1pPr marL="0" indent="0">
              <a:buNone/>
              <a:defRPr sz="445"/>
            </a:lvl1pPr>
            <a:lvl2pPr marL="63597" indent="0">
              <a:buNone/>
              <a:defRPr sz="389"/>
            </a:lvl2pPr>
            <a:lvl3pPr marL="127193" indent="0">
              <a:buNone/>
              <a:defRPr sz="334"/>
            </a:lvl3pPr>
            <a:lvl4pPr marL="190790" indent="0">
              <a:buNone/>
              <a:defRPr sz="278"/>
            </a:lvl4pPr>
            <a:lvl5pPr marL="254386" indent="0">
              <a:buNone/>
              <a:defRPr sz="278"/>
            </a:lvl5pPr>
            <a:lvl6pPr marL="317983" indent="0">
              <a:buNone/>
              <a:defRPr sz="278"/>
            </a:lvl6pPr>
            <a:lvl7pPr marL="381579" indent="0">
              <a:buNone/>
              <a:defRPr sz="278"/>
            </a:lvl7pPr>
            <a:lvl8pPr marL="445176" indent="0">
              <a:buNone/>
              <a:defRPr sz="278"/>
            </a:lvl8pPr>
            <a:lvl9pPr marL="508772" indent="0">
              <a:buNone/>
              <a:defRPr sz="27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792" y="286226"/>
            <a:ext cx="673293" cy="530270"/>
          </a:xfrm>
        </p:spPr>
        <p:txBody>
          <a:bodyPr/>
          <a:lstStyle>
            <a:lvl1pPr marL="0" indent="0">
              <a:buNone/>
              <a:defRPr sz="223"/>
            </a:lvl1pPr>
            <a:lvl2pPr marL="63597" indent="0">
              <a:buNone/>
              <a:defRPr sz="195"/>
            </a:lvl2pPr>
            <a:lvl3pPr marL="127193" indent="0">
              <a:buNone/>
              <a:defRPr sz="167"/>
            </a:lvl3pPr>
            <a:lvl4pPr marL="190790" indent="0">
              <a:buNone/>
              <a:defRPr sz="139"/>
            </a:lvl4pPr>
            <a:lvl5pPr marL="254386" indent="0">
              <a:buNone/>
              <a:defRPr sz="139"/>
            </a:lvl5pPr>
            <a:lvl6pPr marL="317983" indent="0">
              <a:buNone/>
              <a:defRPr sz="139"/>
            </a:lvl6pPr>
            <a:lvl7pPr marL="381579" indent="0">
              <a:buNone/>
              <a:defRPr sz="139"/>
            </a:lvl7pPr>
            <a:lvl8pPr marL="445176" indent="0">
              <a:buNone/>
              <a:defRPr sz="139"/>
            </a:lvl8pPr>
            <a:lvl9pPr marL="508772" indent="0">
              <a:buNone/>
              <a:defRPr sz="1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0239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3215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93912" y="50797"/>
            <a:ext cx="450131" cy="80854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3520" y="50797"/>
            <a:ext cx="1324298" cy="80854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346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3520" y="50796"/>
            <a:ext cx="1800523" cy="1844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520" y="253982"/>
            <a:ext cx="1800523" cy="605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3520" y="884298"/>
            <a:ext cx="469702" cy="50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1505" y="884298"/>
            <a:ext cx="704553" cy="50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74341" y="884298"/>
            <a:ext cx="469702" cy="50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995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7" r:id="rId1"/>
    <p:sldLayoutId id="2147483998" r:id="rId2"/>
    <p:sldLayoutId id="2147483999" r:id="rId3"/>
    <p:sldLayoutId id="2147484000" r:id="rId4"/>
    <p:sldLayoutId id="2147484001" r:id="rId5"/>
    <p:sldLayoutId id="2147484002" r:id="rId6"/>
    <p:sldLayoutId id="2147484003" r:id="rId7"/>
    <p:sldLayoutId id="2147484004" r:id="rId8"/>
    <p:sldLayoutId id="2147484005" r:id="rId9"/>
    <p:sldLayoutId id="2147484006" r:id="rId10"/>
    <p:sldLayoutId id="2147484007" r:id="rId11"/>
  </p:sldLayoutIdLst>
  <p:txStyles>
    <p:titleStyle>
      <a:lvl1pPr algn="l" defTabSz="127193" rtl="0" eaLnBrk="1" latinLnBrk="0" hangingPunct="1">
        <a:lnSpc>
          <a:spcPct val="90000"/>
        </a:lnSpc>
        <a:spcBef>
          <a:spcPct val="0"/>
        </a:spcBef>
        <a:buNone/>
        <a:defRPr sz="6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798" indent="-31798" algn="l" defTabSz="127193" rtl="0" eaLnBrk="1" latinLnBrk="0" hangingPunct="1">
        <a:lnSpc>
          <a:spcPct val="90000"/>
        </a:lnSpc>
        <a:spcBef>
          <a:spcPts val="139"/>
        </a:spcBef>
        <a:buFont typeface="Arial" panose="020B0604020202020204" pitchFamily="34" charset="0"/>
        <a:buChar char="•"/>
        <a:defRPr sz="389" kern="1200">
          <a:solidFill>
            <a:schemeClr val="tx1"/>
          </a:solidFill>
          <a:latin typeface="+mn-lt"/>
          <a:ea typeface="+mn-ea"/>
          <a:cs typeface="+mn-cs"/>
        </a:defRPr>
      </a:lvl1pPr>
      <a:lvl2pPr marL="95395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334" kern="1200">
          <a:solidFill>
            <a:schemeClr val="tx1"/>
          </a:solidFill>
          <a:latin typeface="+mn-lt"/>
          <a:ea typeface="+mn-ea"/>
          <a:cs typeface="+mn-cs"/>
        </a:defRPr>
      </a:lvl2pPr>
      <a:lvl3pPr marL="158991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78" kern="1200">
          <a:solidFill>
            <a:schemeClr val="tx1"/>
          </a:solidFill>
          <a:latin typeface="+mn-lt"/>
          <a:ea typeface="+mn-ea"/>
          <a:cs typeface="+mn-cs"/>
        </a:defRPr>
      </a:lvl3pPr>
      <a:lvl4pPr marL="222588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50" kern="1200">
          <a:solidFill>
            <a:schemeClr val="tx1"/>
          </a:solidFill>
          <a:latin typeface="+mn-lt"/>
          <a:ea typeface="+mn-ea"/>
          <a:cs typeface="+mn-cs"/>
        </a:defRPr>
      </a:lvl4pPr>
      <a:lvl5pPr marL="286184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50" kern="1200">
          <a:solidFill>
            <a:schemeClr val="tx1"/>
          </a:solidFill>
          <a:latin typeface="+mn-lt"/>
          <a:ea typeface="+mn-ea"/>
          <a:cs typeface="+mn-cs"/>
        </a:defRPr>
      </a:lvl5pPr>
      <a:lvl6pPr marL="349781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50" kern="1200">
          <a:solidFill>
            <a:schemeClr val="tx1"/>
          </a:solidFill>
          <a:latin typeface="+mn-lt"/>
          <a:ea typeface="+mn-ea"/>
          <a:cs typeface="+mn-cs"/>
        </a:defRPr>
      </a:lvl6pPr>
      <a:lvl7pPr marL="413377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50" kern="1200">
          <a:solidFill>
            <a:schemeClr val="tx1"/>
          </a:solidFill>
          <a:latin typeface="+mn-lt"/>
          <a:ea typeface="+mn-ea"/>
          <a:cs typeface="+mn-cs"/>
        </a:defRPr>
      </a:lvl7pPr>
      <a:lvl8pPr marL="476974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50" kern="1200">
          <a:solidFill>
            <a:schemeClr val="tx1"/>
          </a:solidFill>
          <a:latin typeface="+mn-lt"/>
          <a:ea typeface="+mn-ea"/>
          <a:cs typeface="+mn-cs"/>
        </a:defRPr>
      </a:lvl8pPr>
      <a:lvl9pPr marL="540570" indent="-31798" algn="l" defTabSz="127193" rtl="0" eaLnBrk="1" latinLnBrk="0" hangingPunct="1">
        <a:lnSpc>
          <a:spcPct val="90000"/>
        </a:lnSpc>
        <a:spcBef>
          <a:spcPts val="70"/>
        </a:spcBef>
        <a:buFont typeface="Arial" panose="020B0604020202020204" pitchFamily="34" charset="0"/>
        <a:buChar char="•"/>
        <a:defRPr sz="2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1pPr>
      <a:lvl2pPr marL="63597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2pPr>
      <a:lvl3pPr marL="127193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3pPr>
      <a:lvl4pPr marL="190790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4pPr>
      <a:lvl5pPr marL="254386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5pPr>
      <a:lvl6pPr marL="317983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6pPr>
      <a:lvl7pPr marL="381579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7pPr>
      <a:lvl8pPr marL="445176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8pPr>
      <a:lvl9pPr marL="508772" algn="l" defTabSz="127193" rtl="0" eaLnBrk="1" latinLnBrk="0" hangingPunct="1">
        <a:defRPr sz="2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492908A-BA63-6C60-4F91-A1A860402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982" y="32318"/>
            <a:ext cx="947007" cy="3952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719A0A-7D20-1E23-C142-2EF1E0D3E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03" y="530554"/>
            <a:ext cx="424496" cy="4244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690671-7FD8-89CB-95B5-E50F61D4E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8" y="536553"/>
            <a:ext cx="418848" cy="41884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791013-F2B5-74F0-C010-E44570A0F2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57" y="6350"/>
            <a:ext cx="1139594" cy="525967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3B3B7556-F9A6-2C7F-E175-79E6CD240DEC}"/>
              </a:ext>
            </a:extLst>
          </p:cNvPr>
          <p:cNvSpPr txBox="1"/>
          <p:nvPr/>
        </p:nvSpPr>
        <p:spPr>
          <a:xfrm>
            <a:off x="4313" y="-39789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9586CB-DD53-D141-22AD-A2798502E15F}"/>
              </a:ext>
            </a:extLst>
          </p:cNvPr>
          <p:cNvSpPr txBox="1"/>
          <p:nvPr/>
        </p:nvSpPr>
        <p:spPr>
          <a:xfrm>
            <a:off x="1112582" y="-35476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4F7B39-DA50-7002-688B-037D7352BCAD}"/>
              </a:ext>
            </a:extLst>
          </p:cNvPr>
          <p:cNvSpPr txBox="1"/>
          <p:nvPr/>
        </p:nvSpPr>
        <p:spPr>
          <a:xfrm>
            <a:off x="190548" y="516486"/>
            <a:ext cx="301310" cy="138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300" dirty="0"/>
              <a:t>CDS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502E07-9660-DEA3-93E3-C7526F7FFA4C}"/>
              </a:ext>
            </a:extLst>
          </p:cNvPr>
          <p:cNvSpPr txBox="1"/>
          <p:nvPr/>
        </p:nvSpPr>
        <p:spPr>
          <a:xfrm>
            <a:off x="411049" y="574122"/>
            <a:ext cx="507389" cy="138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300" dirty="0"/>
              <a:t>Promoter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DF3E44-67AC-60FF-2CEC-3BFD1314E5E0}"/>
              </a:ext>
            </a:extLst>
          </p:cNvPr>
          <p:cNvSpPr txBox="1"/>
          <p:nvPr/>
        </p:nvSpPr>
        <p:spPr>
          <a:xfrm>
            <a:off x="-26377" y="464643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2F52F4-0A2F-B10B-E62A-0582F37F2EB5}"/>
              </a:ext>
            </a:extLst>
          </p:cNvPr>
          <p:cNvSpPr txBox="1"/>
          <p:nvPr/>
        </p:nvSpPr>
        <p:spPr>
          <a:xfrm>
            <a:off x="803653" y="459836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D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D5B620-11DD-9050-42F7-6B6EE49B8E2D}"/>
              </a:ext>
            </a:extLst>
          </p:cNvPr>
          <p:cNvSpPr txBox="1"/>
          <p:nvPr/>
        </p:nvSpPr>
        <p:spPr>
          <a:xfrm>
            <a:off x="1424964" y="458319"/>
            <a:ext cx="73501" cy="153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B298D4-5B94-9DDA-4966-E3331B9037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03" y="527379"/>
            <a:ext cx="636745" cy="4244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6BB62C-C886-29ED-757D-42209A8CEE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9594" y="529672"/>
            <a:ext cx="636745" cy="424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184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3003</TotalTime>
  <Words>302</Words>
  <Application>Microsoft Macintosh PowerPoint</Application>
  <PresentationFormat>Custom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26</cp:revision>
  <dcterms:created xsi:type="dcterms:W3CDTF">2026-04-28T09:32:36Z</dcterms:created>
  <dcterms:modified xsi:type="dcterms:W3CDTF">2026-05-13T11:03:05Z</dcterms:modified>
</cp:coreProperties>
</file>