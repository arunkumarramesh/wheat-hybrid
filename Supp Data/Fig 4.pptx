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8" r:id="rId1"/>
  </p:sldMasterIdLst>
  <p:notesMasterIdLst>
    <p:notesMasterId r:id="rId3"/>
  </p:notesMasterIdLst>
  <p:sldIdLst>
    <p:sldId id="282" r:id="rId2"/>
  </p:sldIdLst>
  <p:sldSz cx="1655763" cy="917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7"/>
    <p:restoredTop sz="94686"/>
  </p:normalViewPr>
  <p:slideViewPr>
    <p:cSldViewPr snapToGrid="0">
      <p:cViewPr varScale="1">
        <p:scale>
          <a:sx n="400" d="100"/>
          <a:sy n="400" d="100"/>
        </p:scale>
        <p:origin x="2272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CFC23-F338-EB41-8653-4316F1EF48B5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4525" y="1143000"/>
            <a:ext cx="5568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7636C-B006-8E47-A161-B8C06667ED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302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1pPr>
    <a:lvl2pPr marL="100289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2pPr>
    <a:lvl3pPr marL="200581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3pPr>
    <a:lvl4pPr marL="300869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4pPr>
    <a:lvl5pPr marL="401159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5pPr>
    <a:lvl6pPr marL="501449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6pPr>
    <a:lvl7pPr marL="601740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7pPr>
    <a:lvl8pPr marL="702030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8pPr>
    <a:lvl9pPr marL="802318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44525" y="1143000"/>
            <a:ext cx="55689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7636C-B006-8E47-A161-B8C06667EDC6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60546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971" y="150168"/>
            <a:ext cx="1241822" cy="319452"/>
          </a:xfrm>
        </p:spPr>
        <p:txBody>
          <a:bodyPr anchor="b"/>
          <a:lstStyle>
            <a:lvl1pPr algn="ctr">
              <a:defRPr sz="80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971" y="481939"/>
            <a:ext cx="1241822" cy="221535"/>
          </a:xfrm>
        </p:spPr>
        <p:txBody>
          <a:bodyPr/>
          <a:lstStyle>
            <a:lvl1pPr marL="0" indent="0" algn="ctr">
              <a:buNone/>
              <a:defRPr sz="321"/>
            </a:lvl1pPr>
            <a:lvl2pPr marL="61173" indent="0" algn="ctr">
              <a:buNone/>
              <a:defRPr sz="268"/>
            </a:lvl2pPr>
            <a:lvl3pPr marL="122347" indent="0" algn="ctr">
              <a:buNone/>
              <a:defRPr sz="241"/>
            </a:lvl3pPr>
            <a:lvl4pPr marL="183520" indent="0" algn="ctr">
              <a:buNone/>
              <a:defRPr sz="214"/>
            </a:lvl4pPr>
            <a:lvl5pPr marL="244693" indent="0" algn="ctr">
              <a:buNone/>
              <a:defRPr sz="214"/>
            </a:lvl5pPr>
            <a:lvl6pPr marL="305867" indent="0" algn="ctr">
              <a:buNone/>
              <a:defRPr sz="214"/>
            </a:lvl6pPr>
            <a:lvl7pPr marL="367040" indent="0" algn="ctr">
              <a:buNone/>
              <a:defRPr sz="214"/>
            </a:lvl7pPr>
            <a:lvl8pPr marL="428214" indent="0" algn="ctr">
              <a:buNone/>
              <a:defRPr sz="214"/>
            </a:lvl8pPr>
            <a:lvl9pPr marL="489387" indent="0" algn="ctr">
              <a:buNone/>
              <a:defRPr sz="21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9408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43467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71" y="228757"/>
            <a:ext cx="1428096" cy="381686"/>
          </a:xfrm>
        </p:spPr>
        <p:txBody>
          <a:bodyPr anchor="b"/>
          <a:lstStyle>
            <a:lvl1pPr>
              <a:defRPr sz="80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71" y="614053"/>
            <a:ext cx="1428096" cy="200719"/>
          </a:xfrm>
        </p:spPr>
        <p:txBody>
          <a:bodyPr/>
          <a:lstStyle>
            <a:lvl1pPr marL="0" indent="0">
              <a:buNone/>
              <a:defRPr sz="321">
                <a:solidFill>
                  <a:schemeClr val="tx1">
                    <a:tint val="82000"/>
                  </a:schemeClr>
                </a:solidFill>
              </a:defRPr>
            </a:lvl1pPr>
            <a:lvl2pPr marL="61173" indent="0">
              <a:buNone/>
              <a:defRPr sz="268">
                <a:solidFill>
                  <a:schemeClr val="tx1">
                    <a:tint val="82000"/>
                  </a:schemeClr>
                </a:solidFill>
              </a:defRPr>
            </a:lvl2pPr>
            <a:lvl3pPr marL="122347" indent="0">
              <a:buNone/>
              <a:defRPr sz="241">
                <a:solidFill>
                  <a:schemeClr val="tx1">
                    <a:tint val="82000"/>
                  </a:schemeClr>
                </a:solidFill>
              </a:defRPr>
            </a:lvl3pPr>
            <a:lvl4pPr marL="183520" indent="0">
              <a:buNone/>
              <a:defRPr sz="214">
                <a:solidFill>
                  <a:schemeClr val="tx1">
                    <a:tint val="82000"/>
                  </a:schemeClr>
                </a:solidFill>
              </a:defRPr>
            </a:lvl4pPr>
            <a:lvl5pPr marL="244693" indent="0">
              <a:buNone/>
              <a:defRPr sz="214">
                <a:solidFill>
                  <a:schemeClr val="tx1">
                    <a:tint val="82000"/>
                  </a:schemeClr>
                </a:solidFill>
              </a:defRPr>
            </a:lvl5pPr>
            <a:lvl6pPr marL="305867" indent="0">
              <a:buNone/>
              <a:defRPr sz="214">
                <a:solidFill>
                  <a:schemeClr val="tx1">
                    <a:tint val="82000"/>
                  </a:schemeClr>
                </a:solidFill>
              </a:defRPr>
            </a:lvl6pPr>
            <a:lvl7pPr marL="367040" indent="0">
              <a:buNone/>
              <a:defRPr sz="214">
                <a:solidFill>
                  <a:schemeClr val="tx1">
                    <a:tint val="82000"/>
                  </a:schemeClr>
                </a:solidFill>
              </a:defRPr>
            </a:lvl7pPr>
            <a:lvl8pPr marL="428214" indent="0">
              <a:buNone/>
              <a:defRPr sz="214">
                <a:solidFill>
                  <a:schemeClr val="tx1">
                    <a:tint val="82000"/>
                  </a:schemeClr>
                </a:solidFill>
              </a:defRPr>
            </a:lvl8pPr>
            <a:lvl9pPr marL="489387" indent="0">
              <a:buNone/>
              <a:defRPr sz="21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318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834" y="244262"/>
            <a:ext cx="703699" cy="5821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30" y="244262"/>
            <a:ext cx="703699" cy="5821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1819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049" y="48853"/>
            <a:ext cx="1428096" cy="1773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050" y="224934"/>
            <a:ext cx="700465" cy="110236"/>
          </a:xfrm>
        </p:spPr>
        <p:txBody>
          <a:bodyPr anchor="b"/>
          <a:lstStyle>
            <a:lvl1pPr marL="0" indent="0">
              <a:buNone/>
              <a:defRPr sz="321" b="1"/>
            </a:lvl1pPr>
            <a:lvl2pPr marL="61173" indent="0">
              <a:buNone/>
              <a:defRPr sz="268" b="1"/>
            </a:lvl2pPr>
            <a:lvl3pPr marL="122347" indent="0">
              <a:buNone/>
              <a:defRPr sz="241" b="1"/>
            </a:lvl3pPr>
            <a:lvl4pPr marL="183520" indent="0">
              <a:buNone/>
              <a:defRPr sz="214" b="1"/>
            </a:lvl4pPr>
            <a:lvl5pPr marL="244693" indent="0">
              <a:buNone/>
              <a:defRPr sz="214" b="1"/>
            </a:lvl5pPr>
            <a:lvl6pPr marL="305867" indent="0">
              <a:buNone/>
              <a:defRPr sz="214" b="1"/>
            </a:lvl6pPr>
            <a:lvl7pPr marL="367040" indent="0">
              <a:buNone/>
              <a:defRPr sz="214" b="1"/>
            </a:lvl7pPr>
            <a:lvl8pPr marL="428214" indent="0">
              <a:buNone/>
              <a:defRPr sz="214" b="1"/>
            </a:lvl8pPr>
            <a:lvl9pPr marL="489387" indent="0">
              <a:buNone/>
              <a:defRPr sz="21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050" y="335170"/>
            <a:ext cx="700465" cy="4929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8230" y="224934"/>
            <a:ext cx="703915" cy="110236"/>
          </a:xfrm>
        </p:spPr>
        <p:txBody>
          <a:bodyPr anchor="b"/>
          <a:lstStyle>
            <a:lvl1pPr marL="0" indent="0">
              <a:buNone/>
              <a:defRPr sz="321" b="1"/>
            </a:lvl1pPr>
            <a:lvl2pPr marL="61173" indent="0">
              <a:buNone/>
              <a:defRPr sz="268" b="1"/>
            </a:lvl2pPr>
            <a:lvl3pPr marL="122347" indent="0">
              <a:buNone/>
              <a:defRPr sz="241" b="1"/>
            </a:lvl3pPr>
            <a:lvl4pPr marL="183520" indent="0">
              <a:buNone/>
              <a:defRPr sz="214" b="1"/>
            </a:lvl4pPr>
            <a:lvl5pPr marL="244693" indent="0">
              <a:buNone/>
              <a:defRPr sz="214" b="1"/>
            </a:lvl5pPr>
            <a:lvl6pPr marL="305867" indent="0">
              <a:buNone/>
              <a:defRPr sz="214" b="1"/>
            </a:lvl6pPr>
            <a:lvl7pPr marL="367040" indent="0">
              <a:buNone/>
              <a:defRPr sz="214" b="1"/>
            </a:lvl7pPr>
            <a:lvl8pPr marL="428214" indent="0">
              <a:buNone/>
              <a:defRPr sz="214" b="1"/>
            </a:lvl8pPr>
            <a:lvl9pPr marL="489387" indent="0">
              <a:buNone/>
              <a:defRPr sz="21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8230" y="335170"/>
            <a:ext cx="703915" cy="4929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7690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5242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770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049" y="61172"/>
            <a:ext cx="534027" cy="214101"/>
          </a:xfrm>
        </p:spPr>
        <p:txBody>
          <a:bodyPr anchor="b"/>
          <a:lstStyle>
            <a:lvl1pPr>
              <a:defRPr sz="42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915" y="132114"/>
            <a:ext cx="838230" cy="652073"/>
          </a:xfrm>
        </p:spPr>
        <p:txBody>
          <a:bodyPr/>
          <a:lstStyle>
            <a:lvl1pPr>
              <a:defRPr sz="428"/>
            </a:lvl1pPr>
            <a:lvl2pPr>
              <a:defRPr sz="375"/>
            </a:lvl2pPr>
            <a:lvl3pPr>
              <a:defRPr sz="321"/>
            </a:lvl3pPr>
            <a:lvl4pPr>
              <a:defRPr sz="268"/>
            </a:lvl4pPr>
            <a:lvl5pPr>
              <a:defRPr sz="268"/>
            </a:lvl5pPr>
            <a:lvl6pPr>
              <a:defRPr sz="268"/>
            </a:lvl6pPr>
            <a:lvl7pPr>
              <a:defRPr sz="268"/>
            </a:lvl7pPr>
            <a:lvl8pPr>
              <a:defRPr sz="268"/>
            </a:lvl8pPr>
            <a:lvl9pPr>
              <a:defRPr sz="26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049" y="275273"/>
            <a:ext cx="534027" cy="509976"/>
          </a:xfrm>
        </p:spPr>
        <p:txBody>
          <a:bodyPr/>
          <a:lstStyle>
            <a:lvl1pPr marL="0" indent="0">
              <a:buNone/>
              <a:defRPr sz="214"/>
            </a:lvl1pPr>
            <a:lvl2pPr marL="61173" indent="0">
              <a:buNone/>
              <a:defRPr sz="187"/>
            </a:lvl2pPr>
            <a:lvl3pPr marL="122347" indent="0">
              <a:buNone/>
              <a:defRPr sz="161"/>
            </a:lvl3pPr>
            <a:lvl4pPr marL="183520" indent="0">
              <a:buNone/>
              <a:defRPr sz="134"/>
            </a:lvl4pPr>
            <a:lvl5pPr marL="244693" indent="0">
              <a:buNone/>
              <a:defRPr sz="134"/>
            </a:lvl5pPr>
            <a:lvl6pPr marL="305867" indent="0">
              <a:buNone/>
              <a:defRPr sz="134"/>
            </a:lvl6pPr>
            <a:lvl7pPr marL="367040" indent="0">
              <a:buNone/>
              <a:defRPr sz="134"/>
            </a:lvl7pPr>
            <a:lvl8pPr marL="428214" indent="0">
              <a:buNone/>
              <a:defRPr sz="134"/>
            </a:lvl8pPr>
            <a:lvl9pPr marL="489387" indent="0">
              <a:buNone/>
              <a:defRPr sz="13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89419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049" y="61172"/>
            <a:ext cx="534027" cy="214101"/>
          </a:xfrm>
        </p:spPr>
        <p:txBody>
          <a:bodyPr anchor="b"/>
          <a:lstStyle>
            <a:lvl1pPr>
              <a:defRPr sz="42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03915" y="132114"/>
            <a:ext cx="838230" cy="652073"/>
          </a:xfrm>
        </p:spPr>
        <p:txBody>
          <a:bodyPr anchor="t"/>
          <a:lstStyle>
            <a:lvl1pPr marL="0" indent="0">
              <a:buNone/>
              <a:defRPr sz="428"/>
            </a:lvl1pPr>
            <a:lvl2pPr marL="61173" indent="0">
              <a:buNone/>
              <a:defRPr sz="375"/>
            </a:lvl2pPr>
            <a:lvl3pPr marL="122347" indent="0">
              <a:buNone/>
              <a:defRPr sz="321"/>
            </a:lvl3pPr>
            <a:lvl4pPr marL="183520" indent="0">
              <a:buNone/>
              <a:defRPr sz="268"/>
            </a:lvl4pPr>
            <a:lvl5pPr marL="244693" indent="0">
              <a:buNone/>
              <a:defRPr sz="268"/>
            </a:lvl5pPr>
            <a:lvl6pPr marL="305867" indent="0">
              <a:buNone/>
              <a:defRPr sz="268"/>
            </a:lvl6pPr>
            <a:lvl7pPr marL="367040" indent="0">
              <a:buNone/>
              <a:defRPr sz="268"/>
            </a:lvl7pPr>
            <a:lvl8pPr marL="428214" indent="0">
              <a:buNone/>
              <a:defRPr sz="268"/>
            </a:lvl8pPr>
            <a:lvl9pPr marL="489387" indent="0">
              <a:buNone/>
              <a:defRPr sz="26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049" y="275273"/>
            <a:ext cx="534027" cy="509976"/>
          </a:xfrm>
        </p:spPr>
        <p:txBody>
          <a:bodyPr/>
          <a:lstStyle>
            <a:lvl1pPr marL="0" indent="0">
              <a:buNone/>
              <a:defRPr sz="214"/>
            </a:lvl1pPr>
            <a:lvl2pPr marL="61173" indent="0">
              <a:buNone/>
              <a:defRPr sz="187"/>
            </a:lvl2pPr>
            <a:lvl3pPr marL="122347" indent="0">
              <a:buNone/>
              <a:defRPr sz="161"/>
            </a:lvl3pPr>
            <a:lvl4pPr marL="183520" indent="0">
              <a:buNone/>
              <a:defRPr sz="134"/>
            </a:lvl4pPr>
            <a:lvl5pPr marL="244693" indent="0">
              <a:buNone/>
              <a:defRPr sz="134"/>
            </a:lvl5pPr>
            <a:lvl6pPr marL="305867" indent="0">
              <a:buNone/>
              <a:defRPr sz="134"/>
            </a:lvl6pPr>
            <a:lvl7pPr marL="367040" indent="0">
              <a:buNone/>
              <a:defRPr sz="134"/>
            </a:lvl7pPr>
            <a:lvl8pPr marL="428214" indent="0">
              <a:buNone/>
              <a:defRPr sz="134"/>
            </a:lvl8pPr>
            <a:lvl9pPr marL="489387" indent="0">
              <a:buNone/>
              <a:defRPr sz="13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03460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0927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4905" y="48853"/>
            <a:ext cx="357024" cy="77760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834" y="48853"/>
            <a:ext cx="1050375" cy="77760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2531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834" y="48853"/>
            <a:ext cx="1428096" cy="177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34" y="244262"/>
            <a:ext cx="1428096" cy="582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834" y="850456"/>
            <a:ext cx="372547" cy="48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8472" y="850456"/>
            <a:ext cx="558820" cy="48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9382" y="850456"/>
            <a:ext cx="372547" cy="48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373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txStyles>
    <p:titleStyle>
      <a:lvl1pPr algn="l" defTabSz="122347" rtl="0" eaLnBrk="1" latinLnBrk="0" hangingPunct="1">
        <a:lnSpc>
          <a:spcPct val="90000"/>
        </a:lnSpc>
        <a:spcBef>
          <a:spcPct val="0"/>
        </a:spcBef>
        <a:buNone/>
        <a:defRPr sz="5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587" indent="-30587" algn="l" defTabSz="122347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sz="375" kern="1200">
          <a:solidFill>
            <a:schemeClr val="tx1"/>
          </a:solidFill>
          <a:latin typeface="+mn-lt"/>
          <a:ea typeface="+mn-ea"/>
          <a:cs typeface="+mn-cs"/>
        </a:defRPr>
      </a:lvl1pPr>
      <a:lvl2pPr marL="91760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1" kern="1200">
          <a:solidFill>
            <a:schemeClr val="tx1"/>
          </a:solidFill>
          <a:latin typeface="+mn-lt"/>
          <a:ea typeface="+mn-ea"/>
          <a:cs typeface="+mn-cs"/>
        </a:defRPr>
      </a:lvl2pPr>
      <a:lvl3pPr marL="152933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8" kern="1200">
          <a:solidFill>
            <a:schemeClr val="tx1"/>
          </a:solidFill>
          <a:latin typeface="+mn-lt"/>
          <a:ea typeface="+mn-ea"/>
          <a:cs typeface="+mn-cs"/>
        </a:defRPr>
      </a:lvl3pPr>
      <a:lvl4pPr marL="214107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4pPr>
      <a:lvl5pPr marL="275280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5pPr>
      <a:lvl6pPr marL="336453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6pPr>
      <a:lvl7pPr marL="397627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7pPr>
      <a:lvl8pPr marL="458800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8pPr>
      <a:lvl9pPr marL="519974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1pPr>
      <a:lvl2pPr marL="61173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2pPr>
      <a:lvl3pPr marL="122347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3pPr>
      <a:lvl4pPr marL="183520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4pPr>
      <a:lvl5pPr marL="244693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5pPr>
      <a:lvl6pPr marL="305867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6pPr>
      <a:lvl7pPr marL="367040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7pPr>
      <a:lvl8pPr marL="428214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8pPr>
      <a:lvl9pPr marL="489387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1F6AD0-4130-E03F-AE09-687438194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28" y="480416"/>
            <a:ext cx="426946" cy="4269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EFE97D-809A-F6E8-A60F-729756E93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" y="480416"/>
            <a:ext cx="426945" cy="4269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28C48A-67CF-1218-63FA-31E0C87E5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43" y="19291"/>
            <a:ext cx="707050" cy="441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2C4FE3-B47C-85DF-DFB7-FA551F75D5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572" y="13157"/>
            <a:ext cx="741662" cy="444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C3C05E-9AA2-7DBF-626E-72D75F53C30F}"/>
              </a:ext>
            </a:extLst>
          </p:cNvPr>
          <p:cNvSpPr txBox="1"/>
          <p:nvPr/>
        </p:nvSpPr>
        <p:spPr>
          <a:xfrm>
            <a:off x="-61559" y="-37179"/>
            <a:ext cx="2357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E9EDE-BEF2-ABB6-E2E9-2D1EC11610F0}"/>
              </a:ext>
            </a:extLst>
          </p:cNvPr>
          <p:cNvSpPr txBox="1"/>
          <p:nvPr/>
        </p:nvSpPr>
        <p:spPr>
          <a:xfrm>
            <a:off x="714020" y="-37179"/>
            <a:ext cx="2357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F9F758-F66C-40AC-B204-E43F03F5446E}"/>
              </a:ext>
            </a:extLst>
          </p:cNvPr>
          <p:cNvSpPr txBox="1"/>
          <p:nvPr/>
        </p:nvSpPr>
        <p:spPr>
          <a:xfrm>
            <a:off x="-86236" y="403379"/>
            <a:ext cx="2357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8C8AF8-1EEE-1131-A5F6-62DFECF280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545" y="516316"/>
            <a:ext cx="799072" cy="3551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329C12-A8AF-A5FA-52CB-92859DFCEEC1}"/>
              </a:ext>
            </a:extLst>
          </p:cNvPr>
          <p:cNvSpPr txBox="1"/>
          <p:nvPr/>
        </p:nvSpPr>
        <p:spPr>
          <a:xfrm>
            <a:off x="342792" y="403379"/>
            <a:ext cx="2357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857F63-8294-4A34-B1E6-E9F369B05458}"/>
              </a:ext>
            </a:extLst>
          </p:cNvPr>
          <p:cNvSpPr txBox="1"/>
          <p:nvPr/>
        </p:nvSpPr>
        <p:spPr>
          <a:xfrm>
            <a:off x="771327" y="399993"/>
            <a:ext cx="2357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064014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3232</TotalTime>
  <Words>6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30</cp:revision>
  <dcterms:created xsi:type="dcterms:W3CDTF">2026-04-28T09:32:36Z</dcterms:created>
  <dcterms:modified xsi:type="dcterms:W3CDTF">2026-05-15T11:46:42Z</dcterms:modified>
</cp:coreProperties>
</file>