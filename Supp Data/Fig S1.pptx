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</p:sldIdLst>
  <p:sldSz cx="2735263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94686"/>
  </p:normalViewPr>
  <p:slideViewPr>
    <p:cSldViewPr snapToGrid="0">
      <p:cViewPr varScale="1">
        <p:scale>
          <a:sx n="400" d="100"/>
          <a:sy n="400" d="100"/>
        </p:scale>
        <p:origin x="920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908" y="176668"/>
            <a:ext cx="2051447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1908" y="566988"/>
            <a:ext cx="2051447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1414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8044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25" y="269125"/>
            <a:ext cx="2359164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625" y="722415"/>
            <a:ext cx="2359164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7907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049" y="287367"/>
            <a:ext cx="1162487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4727" y="287367"/>
            <a:ext cx="1162487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5231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06" y="57474"/>
            <a:ext cx="2359164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406" y="264627"/>
            <a:ext cx="1157144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406" y="394318"/>
            <a:ext cx="1157144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4727" y="264627"/>
            <a:ext cx="1162843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4727" y="394318"/>
            <a:ext cx="1162843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230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6395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708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06" y="71967"/>
            <a:ext cx="882193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2843" y="155428"/>
            <a:ext cx="1384727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406" y="323850"/>
            <a:ext cx="882193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866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06" y="71967"/>
            <a:ext cx="882193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2843" y="155428"/>
            <a:ext cx="1384727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406" y="323850"/>
            <a:ext cx="882193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4114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0955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7423" y="57474"/>
            <a:ext cx="589791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050" y="57474"/>
            <a:ext cx="1735182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431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050" y="57474"/>
            <a:ext cx="2359164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050" y="287367"/>
            <a:ext cx="2359164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049" y="1000537"/>
            <a:ext cx="615434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6056" y="1000537"/>
            <a:ext cx="92315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1780" y="1000537"/>
            <a:ext cx="615434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991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EB35202-AC6A-1AF2-FAB6-352EF4AB5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" y="15197"/>
            <a:ext cx="1373342" cy="106815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A3B38AC-FA48-E291-A235-872DB4926522}"/>
              </a:ext>
            </a:extLst>
          </p:cNvPr>
          <p:cNvSpPr txBox="1"/>
          <p:nvPr/>
        </p:nvSpPr>
        <p:spPr>
          <a:xfrm>
            <a:off x="-37177" y="-15969"/>
            <a:ext cx="1719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00" b="1" dirty="0"/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278FE5-6C9A-14D8-295F-F4D2D17A7143}"/>
              </a:ext>
            </a:extLst>
          </p:cNvPr>
          <p:cNvSpPr txBox="1"/>
          <p:nvPr/>
        </p:nvSpPr>
        <p:spPr>
          <a:xfrm>
            <a:off x="1294850" y="-15969"/>
            <a:ext cx="1719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00" b="1" dirty="0"/>
              <a:t>B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6343126-049C-A12A-0E0A-44BE7B1F2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815" y="10544"/>
            <a:ext cx="1385307" cy="107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01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5</cp:revision>
  <dcterms:created xsi:type="dcterms:W3CDTF">2026-04-27T19:37:35Z</dcterms:created>
  <dcterms:modified xsi:type="dcterms:W3CDTF">2026-04-28T14:31:13Z</dcterms:modified>
</cp:coreProperties>
</file>