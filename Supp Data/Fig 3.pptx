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60" r:id="rId1"/>
  </p:sldMasterIdLst>
  <p:notesMasterIdLst>
    <p:notesMasterId r:id="rId3"/>
  </p:notesMasterIdLst>
  <p:sldIdLst>
    <p:sldId id="280" r:id="rId2"/>
  </p:sldIdLst>
  <p:sldSz cx="2160588" cy="936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/>
    <p:restoredTop sz="94686"/>
  </p:normalViewPr>
  <p:slideViewPr>
    <p:cSldViewPr snapToGrid="0">
      <p:cViewPr>
        <p:scale>
          <a:sx n="363" d="100"/>
          <a:sy n="363" d="100"/>
        </p:scale>
        <p:origin x="1904" y="1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0CFC23-F338-EB41-8653-4316F1EF48B5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30175" y="1143000"/>
            <a:ext cx="7118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7636C-B006-8E47-A161-B8C06667ED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3025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1pPr>
    <a:lvl2pPr marL="68845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2pPr>
    <a:lvl3pPr marL="137691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3pPr>
    <a:lvl4pPr marL="206537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4pPr>
    <a:lvl5pPr marL="275382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5pPr>
    <a:lvl6pPr marL="344228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6pPr>
    <a:lvl7pPr marL="413073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7pPr>
    <a:lvl8pPr marL="481920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8pPr>
    <a:lvl9pPr marL="550765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30175" y="1143000"/>
            <a:ext cx="71183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Main plot 1)</a:t>
            </a:r>
          </a:p>
          <a:p>
            <a:endParaRPr lang="en-DE" dirty="0"/>
          </a:p>
          <a:p>
            <a:r>
              <a:rPr lang="en-DE" dirty="0"/>
              <a:t>From CS ref,</a:t>
            </a:r>
          </a:p>
          <a:p>
            <a:endParaRPr lang="en-DE" dirty="0"/>
          </a:p>
          <a:p>
            <a:r>
              <a:rPr lang="en-GB" dirty="0"/>
              <a:t>T</a:t>
            </a:r>
            <a:r>
              <a:rPr lang="en-DE" dirty="0"/>
              <a:t>op left: transcriptome PCA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E" dirty="0"/>
              <a:t>op right: genotype PCA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E" dirty="0"/>
              <a:t>Bottom left: Venn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E" dirty="0"/>
              <a:t>op right: Go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</a:t>
            </a:r>
            <a:r>
              <a:rPr lang="en-DE" dirty="0"/>
              <a:t>f splitting the venn up, there are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&gt; 0.58 &amp; 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3030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&lt; -0.58 &amp; 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630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7579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3027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all.CS_PvCSxP</a:t>
            </a:r>
            <a:r>
              <a:rPr lang="en-GB" dirty="0"/>
              <a:t>[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8045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all.CS_PvCSxP</a:t>
            </a:r>
            <a:r>
              <a:rPr lang="en-GB" dirty="0"/>
              <a:t>[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6568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35464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48473D-6385-394A-B5E2-7D1906D53F94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893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74" y="153286"/>
            <a:ext cx="1620441" cy="326084"/>
          </a:xfrm>
        </p:spPr>
        <p:txBody>
          <a:bodyPr anchor="b"/>
          <a:lstStyle>
            <a:lvl1pPr algn="ctr">
              <a:defRPr sz="82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74" y="491945"/>
            <a:ext cx="1620441" cy="226134"/>
          </a:xfrm>
        </p:spPr>
        <p:txBody>
          <a:bodyPr/>
          <a:lstStyle>
            <a:lvl1pPr marL="0" indent="0" algn="ctr">
              <a:buNone/>
              <a:defRPr sz="328"/>
            </a:lvl1pPr>
            <a:lvl2pPr marL="62454" indent="0" algn="ctr">
              <a:buNone/>
              <a:defRPr sz="273"/>
            </a:lvl2pPr>
            <a:lvl3pPr marL="124907" indent="0" algn="ctr">
              <a:buNone/>
              <a:defRPr sz="246"/>
            </a:lvl3pPr>
            <a:lvl4pPr marL="187361" indent="0" algn="ctr">
              <a:buNone/>
              <a:defRPr sz="219"/>
            </a:lvl4pPr>
            <a:lvl5pPr marL="249814" indent="0" algn="ctr">
              <a:buNone/>
              <a:defRPr sz="219"/>
            </a:lvl5pPr>
            <a:lvl6pPr marL="312268" indent="0" algn="ctr">
              <a:buNone/>
              <a:defRPr sz="219"/>
            </a:lvl6pPr>
            <a:lvl7pPr marL="374721" indent="0" algn="ctr">
              <a:buNone/>
              <a:defRPr sz="219"/>
            </a:lvl7pPr>
            <a:lvl8pPr marL="437175" indent="0" algn="ctr">
              <a:buNone/>
              <a:defRPr sz="219"/>
            </a:lvl8pPr>
            <a:lvl9pPr marL="499628" indent="0" algn="ctr">
              <a:buNone/>
              <a:defRPr sz="219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49435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64108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415" y="233506"/>
            <a:ext cx="1863507" cy="389610"/>
          </a:xfrm>
        </p:spPr>
        <p:txBody>
          <a:bodyPr anchor="b"/>
          <a:lstStyle>
            <a:lvl1pPr>
              <a:defRPr sz="82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415" y="626802"/>
            <a:ext cx="1863507" cy="204887"/>
          </a:xfrm>
        </p:spPr>
        <p:txBody>
          <a:bodyPr/>
          <a:lstStyle>
            <a:lvl1pPr marL="0" indent="0">
              <a:buNone/>
              <a:defRPr sz="328">
                <a:solidFill>
                  <a:schemeClr val="tx1">
                    <a:tint val="82000"/>
                  </a:schemeClr>
                </a:solidFill>
              </a:defRPr>
            </a:lvl1pPr>
            <a:lvl2pPr marL="62454" indent="0">
              <a:buNone/>
              <a:defRPr sz="273">
                <a:solidFill>
                  <a:schemeClr val="tx1">
                    <a:tint val="82000"/>
                  </a:schemeClr>
                </a:solidFill>
              </a:defRPr>
            </a:lvl2pPr>
            <a:lvl3pPr marL="124907" indent="0">
              <a:buNone/>
              <a:defRPr sz="246">
                <a:solidFill>
                  <a:schemeClr val="tx1">
                    <a:tint val="82000"/>
                  </a:schemeClr>
                </a:solidFill>
              </a:defRPr>
            </a:lvl3pPr>
            <a:lvl4pPr marL="187361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4pPr>
            <a:lvl5pPr marL="249814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5pPr>
            <a:lvl6pPr marL="312268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6pPr>
            <a:lvl7pPr marL="374721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7pPr>
            <a:lvl8pPr marL="437175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8pPr>
            <a:lvl9pPr marL="499628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82396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40" y="249333"/>
            <a:ext cx="918250" cy="5942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798" y="249333"/>
            <a:ext cx="918250" cy="5942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36883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822" y="49866"/>
            <a:ext cx="1863507" cy="1810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822" y="229603"/>
            <a:ext cx="914030" cy="112525"/>
          </a:xfrm>
        </p:spPr>
        <p:txBody>
          <a:bodyPr anchor="b"/>
          <a:lstStyle>
            <a:lvl1pPr marL="0" indent="0">
              <a:buNone/>
              <a:defRPr sz="328" b="1"/>
            </a:lvl1pPr>
            <a:lvl2pPr marL="62454" indent="0">
              <a:buNone/>
              <a:defRPr sz="273" b="1"/>
            </a:lvl2pPr>
            <a:lvl3pPr marL="124907" indent="0">
              <a:buNone/>
              <a:defRPr sz="246" b="1"/>
            </a:lvl3pPr>
            <a:lvl4pPr marL="187361" indent="0">
              <a:buNone/>
              <a:defRPr sz="219" b="1"/>
            </a:lvl4pPr>
            <a:lvl5pPr marL="249814" indent="0">
              <a:buNone/>
              <a:defRPr sz="219" b="1"/>
            </a:lvl5pPr>
            <a:lvl6pPr marL="312268" indent="0">
              <a:buNone/>
              <a:defRPr sz="219" b="1"/>
            </a:lvl6pPr>
            <a:lvl7pPr marL="374721" indent="0">
              <a:buNone/>
              <a:defRPr sz="219" b="1"/>
            </a:lvl7pPr>
            <a:lvl8pPr marL="437175" indent="0">
              <a:buNone/>
              <a:defRPr sz="219" b="1"/>
            </a:lvl8pPr>
            <a:lvl9pPr marL="499628" indent="0">
              <a:buNone/>
              <a:defRPr sz="21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822" y="342128"/>
            <a:ext cx="914030" cy="50321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798" y="229603"/>
            <a:ext cx="918531" cy="112525"/>
          </a:xfrm>
        </p:spPr>
        <p:txBody>
          <a:bodyPr anchor="b"/>
          <a:lstStyle>
            <a:lvl1pPr marL="0" indent="0">
              <a:buNone/>
              <a:defRPr sz="328" b="1"/>
            </a:lvl1pPr>
            <a:lvl2pPr marL="62454" indent="0">
              <a:buNone/>
              <a:defRPr sz="273" b="1"/>
            </a:lvl2pPr>
            <a:lvl3pPr marL="124907" indent="0">
              <a:buNone/>
              <a:defRPr sz="246" b="1"/>
            </a:lvl3pPr>
            <a:lvl4pPr marL="187361" indent="0">
              <a:buNone/>
              <a:defRPr sz="219" b="1"/>
            </a:lvl4pPr>
            <a:lvl5pPr marL="249814" indent="0">
              <a:buNone/>
              <a:defRPr sz="219" b="1"/>
            </a:lvl5pPr>
            <a:lvl6pPr marL="312268" indent="0">
              <a:buNone/>
              <a:defRPr sz="219" b="1"/>
            </a:lvl6pPr>
            <a:lvl7pPr marL="374721" indent="0">
              <a:buNone/>
              <a:defRPr sz="219" b="1"/>
            </a:lvl7pPr>
            <a:lvl8pPr marL="437175" indent="0">
              <a:buNone/>
              <a:defRPr sz="219" b="1"/>
            </a:lvl8pPr>
            <a:lvl9pPr marL="499628" indent="0">
              <a:buNone/>
              <a:defRPr sz="21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798" y="342128"/>
            <a:ext cx="918531" cy="50321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86281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73673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66182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822" y="62442"/>
            <a:ext cx="696846" cy="218546"/>
          </a:xfrm>
        </p:spPr>
        <p:txBody>
          <a:bodyPr anchor="b"/>
          <a:lstStyle>
            <a:lvl1pPr>
              <a:defRPr sz="43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531" y="134857"/>
            <a:ext cx="1093798" cy="665611"/>
          </a:xfrm>
        </p:spPr>
        <p:txBody>
          <a:bodyPr/>
          <a:lstStyle>
            <a:lvl1pPr>
              <a:defRPr sz="437"/>
            </a:lvl1pPr>
            <a:lvl2pPr>
              <a:defRPr sz="382"/>
            </a:lvl2pPr>
            <a:lvl3pPr>
              <a:defRPr sz="328"/>
            </a:lvl3pPr>
            <a:lvl4pPr>
              <a:defRPr sz="273"/>
            </a:lvl4pPr>
            <a:lvl5pPr>
              <a:defRPr sz="273"/>
            </a:lvl5pPr>
            <a:lvl6pPr>
              <a:defRPr sz="273"/>
            </a:lvl6pPr>
            <a:lvl7pPr>
              <a:defRPr sz="273"/>
            </a:lvl7pPr>
            <a:lvl8pPr>
              <a:defRPr sz="273"/>
            </a:lvl8pPr>
            <a:lvl9pPr>
              <a:defRPr sz="27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822" y="280988"/>
            <a:ext cx="696846" cy="520564"/>
          </a:xfrm>
        </p:spPr>
        <p:txBody>
          <a:bodyPr/>
          <a:lstStyle>
            <a:lvl1pPr marL="0" indent="0">
              <a:buNone/>
              <a:defRPr sz="219"/>
            </a:lvl1pPr>
            <a:lvl2pPr marL="62454" indent="0">
              <a:buNone/>
              <a:defRPr sz="191"/>
            </a:lvl2pPr>
            <a:lvl3pPr marL="124907" indent="0">
              <a:buNone/>
              <a:defRPr sz="164"/>
            </a:lvl3pPr>
            <a:lvl4pPr marL="187361" indent="0">
              <a:buNone/>
              <a:defRPr sz="137"/>
            </a:lvl4pPr>
            <a:lvl5pPr marL="249814" indent="0">
              <a:buNone/>
              <a:defRPr sz="137"/>
            </a:lvl5pPr>
            <a:lvl6pPr marL="312268" indent="0">
              <a:buNone/>
              <a:defRPr sz="137"/>
            </a:lvl6pPr>
            <a:lvl7pPr marL="374721" indent="0">
              <a:buNone/>
              <a:defRPr sz="137"/>
            </a:lvl7pPr>
            <a:lvl8pPr marL="437175" indent="0">
              <a:buNone/>
              <a:defRPr sz="137"/>
            </a:lvl8pPr>
            <a:lvl9pPr marL="499628" indent="0">
              <a:buNone/>
              <a:defRPr sz="13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64560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822" y="62442"/>
            <a:ext cx="696846" cy="218546"/>
          </a:xfrm>
        </p:spPr>
        <p:txBody>
          <a:bodyPr anchor="b"/>
          <a:lstStyle>
            <a:lvl1pPr>
              <a:defRPr sz="43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531" y="134857"/>
            <a:ext cx="1093798" cy="665611"/>
          </a:xfrm>
        </p:spPr>
        <p:txBody>
          <a:bodyPr anchor="t"/>
          <a:lstStyle>
            <a:lvl1pPr marL="0" indent="0">
              <a:buNone/>
              <a:defRPr sz="437"/>
            </a:lvl1pPr>
            <a:lvl2pPr marL="62454" indent="0">
              <a:buNone/>
              <a:defRPr sz="382"/>
            </a:lvl2pPr>
            <a:lvl3pPr marL="124907" indent="0">
              <a:buNone/>
              <a:defRPr sz="328"/>
            </a:lvl3pPr>
            <a:lvl4pPr marL="187361" indent="0">
              <a:buNone/>
              <a:defRPr sz="273"/>
            </a:lvl4pPr>
            <a:lvl5pPr marL="249814" indent="0">
              <a:buNone/>
              <a:defRPr sz="273"/>
            </a:lvl5pPr>
            <a:lvl6pPr marL="312268" indent="0">
              <a:buNone/>
              <a:defRPr sz="273"/>
            </a:lvl6pPr>
            <a:lvl7pPr marL="374721" indent="0">
              <a:buNone/>
              <a:defRPr sz="273"/>
            </a:lvl7pPr>
            <a:lvl8pPr marL="437175" indent="0">
              <a:buNone/>
              <a:defRPr sz="273"/>
            </a:lvl8pPr>
            <a:lvl9pPr marL="499628" indent="0">
              <a:buNone/>
              <a:defRPr sz="27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822" y="280988"/>
            <a:ext cx="696846" cy="520564"/>
          </a:xfrm>
        </p:spPr>
        <p:txBody>
          <a:bodyPr/>
          <a:lstStyle>
            <a:lvl1pPr marL="0" indent="0">
              <a:buNone/>
              <a:defRPr sz="219"/>
            </a:lvl1pPr>
            <a:lvl2pPr marL="62454" indent="0">
              <a:buNone/>
              <a:defRPr sz="191"/>
            </a:lvl2pPr>
            <a:lvl3pPr marL="124907" indent="0">
              <a:buNone/>
              <a:defRPr sz="164"/>
            </a:lvl3pPr>
            <a:lvl4pPr marL="187361" indent="0">
              <a:buNone/>
              <a:defRPr sz="137"/>
            </a:lvl4pPr>
            <a:lvl5pPr marL="249814" indent="0">
              <a:buNone/>
              <a:defRPr sz="137"/>
            </a:lvl5pPr>
            <a:lvl6pPr marL="312268" indent="0">
              <a:buNone/>
              <a:defRPr sz="137"/>
            </a:lvl6pPr>
            <a:lvl7pPr marL="374721" indent="0">
              <a:buNone/>
              <a:defRPr sz="137"/>
            </a:lvl7pPr>
            <a:lvl8pPr marL="437175" indent="0">
              <a:buNone/>
              <a:defRPr sz="137"/>
            </a:lvl8pPr>
            <a:lvl9pPr marL="499628" indent="0">
              <a:buNone/>
              <a:defRPr sz="13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74392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63034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6171" y="49867"/>
            <a:ext cx="465877" cy="79374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40" y="49867"/>
            <a:ext cx="1370623" cy="79374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46673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41" y="49866"/>
            <a:ext cx="1863507" cy="1810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41" y="249333"/>
            <a:ext cx="1863507" cy="594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41" y="868112"/>
            <a:ext cx="486132" cy="498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FBDB8-36C6-4744-999D-C99C2C96D370}" type="datetimeFigureOut">
              <a:rPr lang="en-DE" smtClean="0"/>
              <a:t>11.05.26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695" y="868112"/>
            <a:ext cx="729198" cy="498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915" y="868112"/>
            <a:ext cx="486132" cy="498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1579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</p:sldLayoutIdLst>
  <p:txStyles>
    <p:titleStyle>
      <a:lvl1pPr algn="l" defTabSz="124907" rtl="0" eaLnBrk="1" latinLnBrk="0" hangingPunct="1">
        <a:lnSpc>
          <a:spcPct val="90000"/>
        </a:lnSpc>
        <a:spcBef>
          <a:spcPct val="0"/>
        </a:spcBef>
        <a:buNone/>
        <a:defRPr sz="60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227" indent="-31227" algn="l" defTabSz="124907" rtl="0" eaLnBrk="1" latinLnBrk="0" hangingPunct="1">
        <a:lnSpc>
          <a:spcPct val="90000"/>
        </a:lnSpc>
        <a:spcBef>
          <a:spcPts val="137"/>
        </a:spcBef>
        <a:buFont typeface="Arial" panose="020B0604020202020204" pitchFamily="34" charset="0"/>
        <a:buChar char="•"/>
        <a:defRPr sz="382" kern="1200">
          <a:solidFill>
            <a:schemeClr val="tx1"/>
          </a:solidFill>
          <a:latin typeface="+mn-lt"/>
          <a:ea typeface="+mn-ea"/>
          <a:cs typeface="+mn-cs"/>
        </a:defRPr>
      </a:lvl1pPr>
      <a:lvl2pPr marL="93680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328" kern="1200">
          <a:solidFill>
            <a:schemeClr val="tx1"/>
          </a:solidFill>
          <a:latin typeface="+mn-lt"/>
          <a:ea typeface="+mn-ea"/>
          <a:cs typeface="+mn-cs"/>
        </a:defRPr>
      </a:lvl2pPr>
      <a:lvl3pPr marL="156134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73" kern="1200">
          <a:solidFill>
            <a:schemeClr val="tx1"/>
          </a:solidFill>
          <a:latin typeface="+mn-lt"/>
          <a:ea typeface="+mn-ea"/>
          <a:cs typeface="+mn-cs"/>
        </a:defRPr>
      </a:lvl3pPr>
      <a:lvl4pPr marL="218587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4pPr>
      <a:lvl5pPr marL="281041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5pPr>
      <a:lvl6pPr marL="343494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6pPr>
      <a:lvl7pPr marL="405948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7pPr>
      <a:lvl8pPr marL="468401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8pPr>
      <a:lvl9pPr marL="530855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1pPr>
      <a:lvl2pPr marL="62454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2pPr>
      <a:lvl3pPr marL="124907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3pPr>
      <a:lvl4pPr marL="187361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4pPr>
      <a:lvl5pPr marL="249814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5pPr>
      <a:lvl6pPr marL="312268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6pPr>
      <a:lvl7pPr marL="374721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7pPr>
      <a:lvl8pPr marL="437175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8pPr>
      <a:lvl9pPr marL="499628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8FEAF6EB-CE03-1EE7-61D7-8B9DB2843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" y="11884"/>
            <a:ext cx="956036" cy="478018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A8863A3-B58A-72A4-EE45-14D699119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637" y="10382"/>
            <a:ext cx="1064500" cy="456214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DA1238EF-7D3D-1AC6-7269-AF5BA504F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3" y="481385"/>
            <a:ext cx="1064499" cy="456214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B75CD0C0-D61D-BCCE-039A-EAE4049675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303" y="480083"/>
            <a:ext cx="1064499" cy="456214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077DC661-CF55-F207-48A8-B051E7F4BD71}"/>
              </a:ext>
            </a:extLst>
          </p:cNvPr>
          <p:cNvSpPr txBox="1"/>
          <p:nvPr/>
        </p:nvSpPr>
        <p:spPr>
          <a:xfrm>
            <a:off x="-20362" y="-44759"/>
            <a:ext cx="80896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500" b="1" dirty="0"/>
              <a:t>A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E619D14-8345-7120-A41A-F132173B5471}"/>
              </a:ext>
            </a:extLst>
          </p:cNvPr>
          <p:cNvSpPr txBox="1"/>
          <p:nvPr/>
        </p:nvSpPr>
        <p:spPr>
          <a:xfrm>
            <a:off x="1039241" y="-44759"/>
            <a:ext cx="80896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500" b="1" dirty="0"/>
              <a:t>B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7DBFB5F-7159-A7D4-183C-CD911141E28B}"/>
              </a:ext>
            </a:extLst>
          </p:cNvPr>
          <p:cNvSpPr txBox="1"/>
          <p:nvPr/>
        </p:nvSpPr>
        <p:spPr>
          <a:xfrm>
            <a:off x="-24044" y="413647"/>
            <a:ext cx="80896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500" b="1" dirty="0"/>
              <a:t>C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21F034-6C35-DEB9-2CD7-959F509BDBC3}"/>
              </a:ext>
            </a:extLst>
          </p:cNvPr>
          <p:cNvSpPr txBox="1"/>
          <p:nvPr/>
        </p:nvSpPr>
        <p:spPr>
          <a:xfrm>
            <a:off x="1039954" y="414867"/>
            <a:ext cx="80896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500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135184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2960</TotalTime>
  <Words>299</Words>
  <Application>Microsoft Macintosh PowerPoint</Application>
  <PresentationFormat>Custom</PresentationFormat>
  <Paragraphs>29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RAMESH, Arunkumar (SALISBURY NHS FOUNDATION TRUST)</dc:creator>
  <cp:lastModifiedBy>RAMESH, Arunkumar (SALISBURY NHS FOUNDATION TRUST)</cp:lastModifiedBy>
  <cp:revision>19</cp:revision>
  <dcterms:created xsi:type="dcterms:W3CDTF">2026-04-28T09:32:36Z</dcterms:created>
  <dcterms:modified xsi:type="dcterms:W3CDTF">2026-05-11T10:33:01Z</dcterms:modified>
</cp:coreProperties>
</file>