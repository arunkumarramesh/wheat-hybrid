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4" r:id="rId1"/>
  </p:sldMasterIdLst>
  <p:notesMasterIdLst>
    <p:notesMasterId r:id="rId3"/>
  </p:notesMasterIdLst>
  <p:sldIdLst>
    <p:sldId id="280" r:id="rId2"/>
  </p:sldIdLst>
  <p:sldSz cx="2160588" cy="1771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7"/>
    <p:restoredTop sz="94686"/>
  </p:normalViewPr>
  <p:slideViewPr>
    <p:cSldViewPr snapToGrid="0">
      <p:cViewPr>
        <p:scale>
          <a:sx n="350" d="100"/>
          <a:sy n="350" d="100"/>
        </p:scale>
        <p:origin x="184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47813" y="1143000"/>
            <a:ext cx="3762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1pPr>
    <a:lvl2pPr marL="68845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2pPr>
    <a:lvl3pPr marL="137691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3pPr>
    <a:lvl4pPr marL="206537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4pPr>
    <a:lvl5pPr marL="275382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5pPr>
    <a:lvl6pPr marL="344228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6pPr>
    <a:lvl7pPr marL="413073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7pPr>
    <a:lvl8pPr marL="481920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8pPr>
    <a:lvl9pPr marL="550765" algn="l" defTabSz="137691" rtl="0" eaLnBrk="1" latinLnBrk="0" hangingPunct="1">
      <a:defRPr sz="18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47813" y="1143000"/>
            <a:ext cx="37623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Main plot 1)</a:t>
            </a:r>
          </a:p>
          <a:p>
            <a:endParaRPr lang="en-DE" dirty="0"/>
          </a:p>
          <a:p>
            <a:r>
              <a:rPr lang="en-DE" dirty="0"/>
              <a:t>From CS ref,</a:t>
            </a:r>
          </a:p>
          <a:p>
            <a:endParaRPr lang="en-DE" dirty="0"/>
          </a:p>
          <a:p>
            <a:r>
              <a:rPr lang="en-GB" dirty="0"/>
              <a:t>T</a:t>
            </a:r>
            <a:r>
              <a:rPr lang="en-DE" dirty="0"/>
              <a:t>op left: transcriptome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genotype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dirty="0"/>
              <a:t>Bottom left: Venn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Go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</a:t>
            </a:r>
            <a:r>
              <a:rPr lang="en-DE" dirty="0"/>
              <a:t>f splitting the venn up, there are the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7579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8045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6568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35464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8473D-6385-394A-B5E2-7D1906D53F94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189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44" y="289944"/>
            <a:ext cx="1836500" cy="616797"/>
          </a:xfrm>
        </p:spPr>
        <p:txBody>
          <a:bodyPr anchor="b"/>
          <a:lstStyle>
            <a:lvl1pPr algn="ctr">
              <a:defRPr sz="14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74" y="930526"/>
            <a:ext cx="1620441" cy="427739"/>
          </a:xfrm>
        </p:spPr>
        <p:txBody>
          <a:bodyPr/>
          <a:lstStyle>
            <a:lvl1pPr marL="0" indent="0" algn="ctr">
              <a:buNone/>
              <a:defRPr sz="567"/>
            </a:lvl1pPr>
            <a:lvl2pPr marL="108036" indent="0" algn="ctr">
              <a:buNone/>
              <a:defRPr sz="473"/>
            </a:lvl2pPr>
            <a:lvl3pPr marL="216073" indent="0" algn="ctr">
              <a:buNone/>
              <a:defRPr sz="425"/>
            </a:lvl3pPr>
            <a:lvl4pPr marL="324109" indent="0" algn="ctr">
              <a:buNone/>
              <a:defRPr sz="378"/>
            </a:lvl4pPr>
            <a:lvl5pPr marL="432145" indent="0" algn="ctr">
              <a:buNone/>
              <a:defRPr sz="378"/>
            </a:lvl5pPr>
            <a:lvl6pPr marL="540182" indent="0" algn="ctr">
              <a:buNone/>
              <a:defRPr sz="378"/>
            </a:lvl6pPr>
            <a:lvl7pPr marL="648218" indent="0" algn="ctr">
              <a:buNone/>
              <a:defRPr sz="378"/>
            </a:lvl7pPr>
            <a:lvl8pPr marL="756255" indent="0" algn="ctr">
              <a:buNone/>
              <a:defRPr sz="378"/>
            </a:lvl8pPr>
            <a:lvl9pPr marL="864291" indent="0" algn="ctr">
              <a:buNone/>
              <a:defRPr sz="37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946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013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15" y="441683"/>
            <a:ext cx="1863507" cy="736957"/>
          </a:xfrm>
        </p:spPr>
        <p:txBody>
          <a:bodyPr anchor="b"/>
          <a:lstStyle>
            <a:lvl1pPr>
              <a:defRPr sz="14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415" y="1185612"/>
            <a:ext cx="1863507" cy="387548"/>
          </a:xfrm>
        </p:spPr>
        <p:txBody>
          <a:bodyPr/>
          <a:lstStyle>
            <a:lvl1pPr marL="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1pPr>
            <a:lvl2pPr marL="108036" indent="0">
              <a:buNone/>
              <a:defRPr sz="473">
                <a:solidFill>
                  <a:schemeClr val="tx1">
                    <a:tint val="82000"/>
                  </a:schemeClr>
                </a:solidFill>
              </a:defRPr>
            </a:lvl2pPr>
            <a:lvl3pPr marL="216073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3pPr>
            <a:lvl4pPr marL="324109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4pPr>
            <a:lvl5pPr marL="43214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5pPr>
            <a:lvl6pPr marL="540182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6pPr>
            <a:lvl7pPr marL="648218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7pPr>
            <a:lvl8pPr marL="75625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8pPr>
            <a:lvl9pPr marL="864291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08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40" y="471620"/>
            <a:ext cx="918250" cy="11240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798" y="471620"/>
            <a:ext cx="918250" cy="11240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194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94324"/>
            <a:ext cx="1863507" cy="3424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822" y="434300"/>
            <a:ext cx="914030" cy="212844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8036" indent="0">
              <a:buNone/>
              <a:defRPr sz="473" b="1"/>
            </a:lvl2pPr>
            <a:lvl3pPr marL="216073" indent="0">
              <a:buNone/>
              <a:defRPr sz="425" b="1"/>
            </a:lvl3pPr>
            <a:lvl4pPr marL="324109" indent="0">
              <a:buNone/>
              <a:defRPr sz="378" b="1"/>
            </a:lvl4pPr>
            <a:lvl5pPr marL="432145" indent="0">
              <a:buNone/>
              <a:defRPr sz="378" b="1"/>
            </a:lvl5pPr>
            <a:lvl6pPr marL="540182" indent="0">
              <a:buNone/>
              <a:defRPr sz="378" b="1"/>
            </a:lvl6pPr>
            <a:lvl7pPr marL="648218" indent="0">
              <a:buNone/>
              <a:defRPr sz="378" b="1"/>
            </a:lvl7pPr>
            <a:lvl8pPr marL="756255" indent="0">
              <a:buNone/>
              <a:defRPr sz="378" b="1"/>
            </a:lvl8pPr>
            <a:lvl9pPr marL="864291" indent="0">
              <a:buNone/>
              <a:defRPr sz="37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822" y="647144"/>
            <a:ext cx="914030" cy="9518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798" y="434300"/>
            <a:ext cx="918531" cy="212844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8036" indent="0">
              <a:buNone/>
              <a:defRPr sz="473" b="1"/>
            </a:lvl2pPr>
            <a:lvl3pPr marL="216073" indent="0">
              <a:buNone/>
              <a:defRPr sz="425" b="1"/>
            </a:lvl3pPr>
            <a:lvl4pPr marL="324109" indent="0">
              <a:buNone/>
              <a:defRPr sz="378" b="1"/>
            </a:lvl4pPr>
            <a:lvl5pPr marL="432145" indent="0">
              <a:buNone/>
              <a:defRPr sz="378" b="1"/>
            </a:lvl5pPr>
            <a:lvl6pPr marL="540182" indent="0">
              <a:buNone/>
              <a:defRPr sz="378" b="1"/>
            </a:lvl6pPr>
            <a:lvl7pPr marL="648218" indent="0">
              <a:buNone/>
              <a:defRPr sz="378" b="1"/>
            </a:lvl7pPr>
            <a:lvl8pPr marL="756255" indent="0">
              <a:buNone/>
              <a:defRPr sz="378" b="1"/>
            </a:lvl8pPr>
            <a:lvl9pPr marL="864291" indent="0">
              <a:buNone/>
              <a:defRPr sz="37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798" y="647144"/>
            <a:ext cx="918531" cy="9518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546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43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086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118110"/>
            <a:ext cx="696846" cy="41338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31" y="255085"/>
            <a:ext cx="1093798" cy="1259020"/>
          </a:xfrm>
        </p:spPr>
        <p:txBody>
          <a:bodyPr/>
          <a:lstStyle>
            <a:lvl1pPr>
              <a:defRPr sz="756"/>
            </a:lvl1pPr>
            <a:lvl2pPr>
              <a:defRPr sz="662"/>
            </a:lvl2pPr>
            <a:lvl3pPr>
              <a:defRPr sz="567"/>
            </a:lvl3pPr>
            <a:lvl4pPr>
              <a:defRPr sz="473"/>
            </a:lvl4pPr>
            <a:lvl5pPr>
              <a:defRPr sz="473"/>
            </a:lvl5pPr>
            <a:lvl6pPr>
              <a:defRPr sz="473"/>
            </a:lvl6pPr>
            <a:lvl7pPr>
              <a:defRPr sz="473"/>
            </a:lvl7pPr>
            <a:lvl8pPr>
              <a:defRPr sz="473"/>
            </a:lvl8pPr>
            <a:lvl9pPr>
              <a:defRPr sz="47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531495"/>
            <a:ext cx="696846" cy="984660"/>
          </a:xfrm>
        </p:spPr>
        <p:txBody>
          <a:bodyPr/>
          <a:lstStyle>
            <a:lvl1pPr marL="0" indent="0">
              <a:buNone/>
              <a:defRPr sz="378"/>
            </a:lvl1pPr>
            <a:lvl2pPr marL="108036" indent="0">
              <a:buNone/>
              <a:defRPr sz="331"/>
            </a:lvl2pPr>
            <a:lvl3pPr marL="216073" indent="0">
              <a:buNone/>
              <a:defRPr sz="284"/>
            </a:lvl3pPr>
            <a:lvl4pPr marL="324109" indent="0">
              <a:buNone/>
              <a:defRPr sz="236"/>
            </a:lvl4pPr>
            <a:lvl5pPr marL="432145" indent="0">
              <a:buNone/>
              <a:defRPr sz="236"/>
            </a:lvl5pPr>
            <a:lvl6pPr marL="540182" indent="0">
              <a:buNone/>
              <a:defRPr sz="236"/>
            </a:lvl6pPr>
            <a:lvl7pPr marL="648218" indent="0">
              <a:buNone/>
              <a:defRPr sz="236"/>
            </a:lvl7pPr>
            <a:lvl8pPr marL="756255" indent="0">
              <a:buNone/>
              <a:defRPr sz="236"/>
            </a:lvl8pPr>
            <a:lvl9pPr marL="864291" indent="0">
              <a:buNone/>
              <a:defRPr sz="23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813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118110"/>
            <a:ext cx="696846" cy="41338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531" y="255085"/>
            <a:ext cx="1093798" cy="1259020"/>
          </a:xfrm>
        </p:spPr>
        <p:txBody>
          <a:bodyPr anchor="t"/>
          <a:lstStyle>
            <a:lvl1pPr marL="0" indent="0">
              <a:buNone/>
              <a:defRPr sz="756"/>
            </a:lvl1pPr>
            <a:lvl2pPr marL="108036" indent="0">
              <a:buNone/>
              <a:defRPr sz="662"/>
            </a:lvl2pPr>
            <a:lvl3pPr marL="216073" indent="0">
              <a:buNone/>
              <a:defRPr sz="567"/>
            </a:lvl3pPr>
            <a:lvl4pPr marL="324109" indent="0">
              <a:buNone/>
              <a:defRPr sz="473"/>
            </a:lvl4pPr>
            <a:lvl5pPr marL="432145" indent="0">
              <a:buNone/>
              <a:defRPr sz="473"/>
            </a:lvl5pPr>
            <a:lvl6pPr marL="540182" indent="0">
              <a:buNone/>
              <a:defRPr sz="473"/>
            </a:lvl6pPr>
            <a:lvl7pPr marL="648218" indent="0">
              <a:buNone/>
              <a:defRPr sz="473"/>
            </a:lvl7pPr>
            <a:lvl8pPr marL="756255" indent="0">
              <a:buNone/>
              <a:defRPr sz="473"/>
            </a:lvl8pPr>
            <a:lvl9pPr marL="864291" indent="0">
              <a:buNone/>
              <a:defRPr sz="47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531495"/>
            <a:ext cx="696846" cy="984660"/>
          </a:xfrm>
        </p:spPr>
        <p:txBody>
          <a:bodyPr/>
          <a:lstStyle>
            <a:lvl1pPr marL="0" indent="0">
              <a:buNone/>
              <a:defRPr sz="378"/>
            </a:lvl1pPr>
            <a:lvl2pPr marL="108036" indent="0">
              <a:buNone/>
              <a:defRPr sz="331"/>
            </a:lvl2pPr>
            <a:lvl3pPr marL="216073" indent="0">
              <a:buNone/>
              <a:defRPr sz="284"/>
            </a:lvl3pPr>
            <a:lvl4pPr marL="324109" indent="0">
              <a:buNone/>
              <a:defRPr sz="236"/>
            </a:lvl4pPr>
            <a:lvl5pPr marL="432145" indent="0">
              <a:buNone/>
              <a:defRPr sz="236"/>
            </a:lvl5pPr>
            <a:lvl6pPr marL="540182" indent="0">
              <a:buNone/>
              <a:defRPr sz="236"/>
            </a:lvl6pPr>
            <a:lvl7pPr marL="648218" indent="0">
              <a:buNone/>
              <a:defRPr sz="236"/>
            </a:lvl7pPr>
            <a:lvl8pPr marL="756255" indent="0">
              <a:buNone/>
              <a:defRPr sz="236"/>
            </a:lvl8pPr>
            <a:lvl9pPr marL="864291" indent="0">
              <a:buNone/>
              <a:defRPr sz="23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873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5816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6171" y="94324"/>
            <a:ext cx="465877" cy="150139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41" y="94324"/>
            <a:ext cx="1370623" cy="150139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602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41" y="94324"/>
            <a:ext cx="1863507" cy="34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" y="471620"/>
            <a:ext cx="1863507" cy="112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41" y="1642057"/>
            <a:ext cx="486132" cy="9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21.05.26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695" y="1642057"/>
            <a:ext cx="729198" cy="9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915" y="1642057"/>
            <a:ext cx="486132" cy="9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068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defTabSz="216073" rtl="0" eaLnBrk="1" latinLnBrk="0" hangingPunct="1">
        <a:lnSpc>
          <a:spcPct val="90000"/>
        </a:lnSpc>
        <a:spcBef>
          <a:spcPct val="0"/>
        </a:spcBef>
        <a:buNone/>
        <a:defRPr sz="1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18" indent="-54018" algn="l" defTabSz="21607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662" kern="1200">
          <a:solidFill>
            <a:schemeClr val="tx1"/>
          </a:solidFill>
          <a:latin typeface="+mn-lt"/>
          <a:ea typeface="+mn-ea"/>
          <a:cs typeface="+mn-cs"/>
        </a:defRPr>
      </a:lvl1pPr>
      <a:lvl2pPr marL="162055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70091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3pPr>
      <a:lvl4pPr marL="378127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86164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94200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702236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810273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918309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1pPr>
      <a:lvl2pPr marL="108036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16073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24109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32145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40182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648218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756255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864291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>
            <a:extLst>
              <a:ext uri="{FF2B5EF4-FFF2-40B4-BE49-F238E27FC236}">
                <a16:creationId xmlns:a16="http://schemas.microsoft.com/office/drawing/2014/main" id="{1B14CBD4-9A1C-98E4-5022-B72CDC692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54" y="930528"/>
            <a:ext cx="705635" cy="4233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8F97C151-EDB4-EC0C-F5DF-F478B5936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93" y="922651"/>
            <a:ext cx="705635" cy="4233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4895A27-3CB6-99B9-C57B-33EDFD7D2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" y="930528"/>
            <a:ext cx="705635" cy="4233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5AD0F989-DF16-0A64-F7DD-2BD5D3AAC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689" y="5316"/>
            <a:ext cx="1061074" cy="454746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36228C4C-24C4-6745-5FD7-D6AF0885F6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" y="475545"/>
            <a:ext cx="1064502" cy="456215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D8849609-461A-0EFB-A66A-0594CD7806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689" y="470498"/>
            <a:ext cx="1064500" cy="456214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43E50B3B-CB3E-B0EC-AEB5-935EEC2074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94" y="997"/>
            <a:ext cx="956036" cy="478018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AE4152EB-FA1D-F25D-F654-871F96B70F5A}"/>
              </a:ext>
            </a:extLst>
          </p:cNvPr>
          <p:cNvSpPr txBox="1"/>
          <p:nvPr/>
        </p:nvSpPr>
        <p:spPr>
          <a:xfrm>
            <a:off x="-20362" y="-55646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57202F0-A3E6-4B64-4B83-B89F96F6FB17}"/>
              </a:ext>
            </a:extLst>
          </p:cNvPr>
          <p:cNvSpPr txBox="1"/>
          <p:nvPr/>
        </p:nvSpPr>
        <p:spPr>
          <a:xfrm>
            <a:off x="1039241" y="-55646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B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B153E27-2419-437B-9F33-66F5E2A49356}"/>
              </a:ext>
            </a:extLst>
          </p:cNvPr>
          <p:cNvSpPr txBox="1"/>
          <p:nvPr/>
        </p:nvSpPr>
        <p:spPr>
          <a:xfrm>
            <a:off x="-24044" y="402760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C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25B8B04-0420-87E7-5AF7-CDCD4B2879AB}"/>
              </a:ext>
            </a:extLst>
          </p:cNvPr>
          <p:cNvSpPr txBox="1"/>
          <p:nvPr/>
        </p:nvSpPr>
        <p:spPr>
          <a:xfrm>
            <a:off x="1039954" y="403980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D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5E2CFD2-56BB-548B-FBF9-C59B73B0F7C3}"/>
              </a:ext>
            </a:extLst>
          </p:cNvPr>
          <p:cNvSpPr txBox="1"/>
          <p:nvPr/>
        </p:nvSpPr>
        <p:spPr>
          <a:xfrm>
            <a:off x="-28662" y="868632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9AD3D01-FF27-3E7C-B1E8-4475141396CD}"/>
              </a:ext>
            </a:extLst>
          </p:cNvPr>
          <p:cNvSpPr txBox="1"/>
          <p:nvPr/>
        </p:nvSpPr>
        <p:spPr>
          <a:xfrm>
            <a:off x="683372" y="868631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F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C464E5C-799A-B657-D535-28E4AA8E4B9A}"/>
              </a:ext>
            </a:extLst>
          </p:cNvPr>
          <p:cNvSpPr txBox="1"/>
          <p:nvPr/>
        </p:nvSpPr>
        <p:spPr>
          <a:xfrm>
            <a:off x="1405579" y="865820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G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1F0EF41A-18C4-C9C2-99DD-FCA33F5653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351245"/>
            <a:ext cx="709630" cy="425778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785F3A7D-87E0-2425-6ADF-16D3080B95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647" y="1352356"/>
            <a:ext cx="709630" cy="425778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6DF0DF33-5A12-EF20-6EBC-FB7C316B7C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6027" y="1345678"/>
            <a:ext cx="709631" cy="425778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16F16E52-8A7E-5A1A-5B2C-43507BF6F361}"/>
              </a:ext>
            </a:extLst>
          </p:cNvPr>
          <p:cNvSpPr txBox="1"/>
          <p:nvPr/>
        </p:nvSpPr>
        <p:spPr>
          <a:xfrm>
            <a:off x="-28662" y="1292857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H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2D5AE14-D4E4-0B9D-7F36-ECD8B32611FA}"/>
              </a:ext>
            </a:extLst>
          </p:cNvPr>
          <p:cNvSpPr txBox="1"/>
          <p:nvPr/>
        </p:nvSpPr>
        <p:spPr>
          <a:xfrm>
            <a:off x="683372" y="1292856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I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4A64FAD-1AA3-173D-D47C-6BBDF158575A}"/>
              </a:ext>
            </a:extLst>
          </p:cNvPr>
          <p:cNvSpPr txBox="1"/>
          <p:nvPr/>
        </p:nvSpPr>
        <p:spPr>
          <a:xfrm>
            <a:off x="1405579" y="1290045"/>
            <a:ext cx="808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13518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2972</TotalTime>
  <Words>305</Words>
  <Application>Microsoft Macintosh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25</cp:revision>
  <dcterms:created xsi:type="dcterms:W3CDTF">2026-04-28T09:32:36Z</dcterms:created>
  <dcterms:modified xsi:type="dcterms:W3CDTF">2026-05-21T10:25:14Z</dcterms:modified>
</cp:coreProperties>
</file>