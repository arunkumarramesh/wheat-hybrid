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40" r:id="rId1"/>
  </p:sldMasterIdLst>
  <p:notesMasterIdLst>
    <p:notesMasterId r:id="rId3"/>
  </p:notesMasterIdLst>
  <p:sldIdLst>
    <p:sldId id="280" r:id="rId2"/>
  </p:sldIdLst>
  <p:sldSz cx="2214563" cy="1450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561"/>
    <p:restoredTop sz="95652"/>
  </p:normalViewPr>
  <p:slideViewPr>
    <p:cSldViewPr snapToGrid="0">
      <p:cViewPr varScale="1">
        <p:scale>
          <a:sx n="400" d="100"/>
          <a:sy n="400" d="100"/>
        </p:scale>
        <p:origin x="1056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0CFC23-F338-EB41-8653-4316F1EF48B5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73150" y="1143000"/>
            <a:ext cx="4711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47636C-B006-8E47-A161-B8C06667ED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3025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8553" rtl="0" eaLnBrk="1" latinLnBrk="0" hangingPunct="1">
      <a:defRPr sz="236" kern="1200">
        <a:solidFill>
          <a:schemeClr val="tx1"/>
        </a:solidFill>
        <a:latin typeface="+mn-lt"/>
        <a:ea typeface="+mn-ea"/>
        <a:cs typeface="+mn-cs"/>
      </a:defRPr>
    </a:lvl1pPr>
    <a:lvl2pPr marL="89277" algn="l" defTabSz="178553" rtl="0" eaLnBrk="1" latinLnBrk="0" hangingPunct="1">
      <a:defRPr sz="236" kern="1200">
        <a:solidFill>
          <a:schemeClr val="tx1"/>
        </a:solidFill>
        <a:latin typeface="+mn-lt"/>
        <a:ea typeface="+mn-ea"/>
        <a:cs typeface="+mn-cs"/>
      </a:defRPr>
    </a:lvl2pPr>
    <a:lvl3pPr marL="178553" algn="l" defTabSz="178553" rtl="0" eaLnBrk="1" latinLnBrk="0" hangingPunct="1">
      <a:defRPr sz="236" kern="1200">
        <a:solidFill>
          <a:schemeClr val="tx1"/>
        </a:solidFill>
        <a:latin typeface="+mn-lt"/>
        <a:ea typeface="+mn-ea"/>
        <a:cs typeface="+mn-cs"/>
      </a:defRPr>
    </a:lvl3pPr>
    <a:lvl4pPr marL="267830" algn="l" defTabSz="178553" rtl="0" eaLnBrk="1" latinLnBrk="0" hangingPunct="1">
      <a:defRPr sz="236" kern="1200">
        <a:solidFill>
          <a:schemeClr val="tx1"/>
        </a:solidFill>
        <a:latin typeface="+mn-lt"/>
        <a:ea typeface="+mn-ea"/>
        <a:cs typeface="+mn-cs"/>
      </a:defRPr>
    </a:lvl4pPr>
    <a:lvl5pPr marL="357105" algn="l" defTabSz="178553" rtl="0" eaLnBrk="1" latinLnBrk="0" hangingPunct="1">
      <a:defRPr sz="236" kern="1200">
        <a:solidFill>
          <a:schemeClr val="tx1"/>
        </a:solidFill>
        <a:latin typeface="+mn-lt"/>
        <a:ea typeface="+mn-ea"/>
        <a:cs typeface="+mn-cs"/>
      </a:defRPr>
    </a:lvl5pPr>
    <a:lvl6pPr marL="446382" algn="l" defTabSz="178553" rtl="0" eaLnBrk="1" latinLnBrk="0" hangingPunct="1">
      <a:defRPr sz="236" kern="1200">
        <a:solidFill>
          <a:schemeClr val="tx1"/>
        </a:solidFill>
        <a:latin typeface="+mn-lt"/>
        <a:ea typeface="+mn-ea"/>
        <a:cs typeface="+mn-cs"/>
      </a:defRPr>
    </a:lvl6pPr>
    <a:lvl7pPr marL="535657" algn="l" defTabSz="178553" rtl="0" eaLnBrk="1" latinLnBrk="0" hangingPunct="1">
      <a:defRPr sz="236" kern="1200">
        <a:solidFill>
          <a:schemeClr val="tx1"/>
        </a:solidFill>
        <a:latin typeface="+mn-lt"/>
        <a:ea typeface="+mn-ea"/>
        <a:cs typeface="+mn-cs"/>
      </a:defRPr>
    </a:lvl7pPr>
    <a:lvl8pPr marL="624936" algn="l" defTabSz="178553" rtl="0" eaLnBrk="1" latinLnBrk="0" hangingPunct="1">
      <a:defRPr sz="236" kern="1200">
        <a:solidFill>
          <a:schemeClr val="tx1"/>
        </a:solidFill>
        <a:latin typeface="+mn-lt"/>
        <a:ea typeface="+mn-ea"/>
        <a:cs typeface="+mn-cs"/>
      </a:defRPr>
    </a:lvl8pPr>
    <a:lvl9pPr marL="714211" algn="l" defTabSz="178553" rtl="0" eaLnBrk="1" latinLnBrk="0" hangingPunct="1">
      <a:defRPr sz="2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073150" y="1143000"/>
            <a:ext cx="47117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Main plot 1)</a:t>
            </a:r>
          </a:p>
          <a:p>
            <a:endParaRPr lang="en-DE" dirty="0"/>
          </a:p>
          <a:p>
            <a:r>
              <a:rPr lang="en-DE" dirty="0"/>
              <a:t>From CS ref,</a:t>
            </a:r>
          </a:p>
          <a:p>
            <a:endParaRPr lang="en-DE" dirty="0"/>
          </a:p>
          <a:p>
            <a:r>
              <a:rPr lang="en-GB" dirty="0"/>
              <a:t>T</a:t>
            </a:r>
            <a:r>
              <a:rPr lang="en-DE" dirty="0"/>
              <a:t>op left: transcriptome PCA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E" dirty="0"/>
              <a:t>op right: genotype PCA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E" dirty="0"/>
              <a:t>Bottom left: Venn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E" dirty="0"/>
              <a:t>op right: Go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</a:t>
            </a:r>
            <a:r>
              <a:rPr lang="en-DE" dirty="0"/>
              <a:t>f splitting the venn up, there are the numbers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&gt; 0.58 &amp; 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3030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&lt; -0.58 &amp; 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630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7579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3027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all.CS_PvCSxP</a:t>
            </a:r>
            <a:r>
              <a:rPr lang="en-GB" dirty="0"/>
              <a:t>[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8045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all.CS_PvCSxP</a:t>
            </a:r>
            <a:r>
              <a:rPr lang="en-GB" dirty="0"/>
              <a:t>[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6568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35464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48473D-6385-394A-B5E2-7D1906D53F94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1893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6092" y="237463"/>
            <a:ext cx="1882379" cy="505154"/>
          </a:xfrm>
        </p:spPr>
        <p:txBody>
          <a:bodyPr anchor="b"/>
          <a:lstStyle>
            <a:lvl1pPr algn="ctr">
              <a:defRPr sz="127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6821" y="762098"/>
            <a:ext cx="1660922" cy="350316"/>
          </a:xfrm>
        </p:spPr>
        <p:txBody>
          <a:bodyPr/>
          <a:lstStyle>
            <a:lvl1pPr marL="0" indent="0" algn="ctr">
              <a:buNone/>
              <a:defRPr sz="508"/>
            </a:lvl1pPr>
            <a:lvl2pPr marL="96744" indent="0" algn="ctr">
              <a:buNone/>
              <a:defRPr sz="423"/>
            </a:lvl2pPr>
            <a:lvl3pPr marL="193487" indent="0" algn="ctr">
              <a:buNone/>
              <a:defRPr sz="381"/>
            </a:lvl3pPr>
            <a:lvl4pPr marL="290231" indent="0" algn="ctr">
              <a:buNone/>
              <a:defRPr sz="339"/>
            </a:lvl4pPr>
            <a:lvl5pPr marL="386974" indent="0" algn="ctr">
              <a:buNone/>
              <a:defRPr sz="339"/>
            </a:lvl5pPr>
            <a:lvl6pPr marL="483718" indent="0" algn="ctr">
              <a:buNone/>
              <a:defRPr sz="339"/>
            </a:lvl6pPr>
            <a:lvl7pPr marL="580461" indent="0" algn="ctr">
              <a:buNone/>
              <a:defRPr sz="339"/>
            </a:lvl7pPr>
            <a:lvl8pPr marL="677205" indent="0" algn="ctr">
              <a:buNone/>
              <a:defRPr sz="339"/>
            </a:lvl8pPr>
            <a:lvl9pPr marL="773948" indent="0" algn="ctr">
              <a:buNone/>
              <a:defRPr sz="339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35947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20483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098" y="361737"/>
            <a:ext cx="1910061" cy="603565"/>
          </a:xfrm>
        </p:spPr>
        <p:txBody>
          <a:bodyPr anchor="b"/>
          <a:lstStyle>
            <a:lvl1pPr>
              <a:defRPr sz="127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098" y="971012"/>
            <a:ext cx="1910061" cy="317401"/>
          </a:xfrm>
        </p:spPr>
        <p:txBody>
          <a:bodyPr/>
          <a:lstStyle>
            <a:lvl1pPr marL="0" indent="0">
              <a:buNone/>
              <a:defRPr sz="508">
                <a:solidFill>
                  <a:schemeClr val="tx1">
                    <a:tint val="82000"/>
                  </a:schemeClr>
                </a:solidFill>
              </a:defRPr>
            </a:lvl1pPr>
            <a:lvl2pPr marL="96744" indent="0">
              <a:buNone/>
              <a:defRPr sz="423">
                <a:solidFill>
                  <a:schemeClr val="tx1">
                    <a:tint val="82000"/>
                  </a:schemeClr>
                </a:solidFill>
              </a:defRPr>
            </a:lvl2pPr>
            <a:lvl3pPr marL="193487" indent="0">
              <a:buNone/>
              <a:defRPr sz="381">
                <a:solidFill>
                  <a:schemeClr val="tx1">
                    <a:tint val="82000"/>
                  </a:schemeClr>
                </a:solidFill>
              </a:defRPr>
            </a:lvl3pPr>
            <a:lvl4pPr marL="290231" indent="0">
              <a:buNone/>
              <a:defRPr sz="339">
                <a:solidFill>
                  <a:schemeClr val="tx1">
                    <a:tint val="82000"/>
                  </a:schemeClr>
                </a:solidFill>
              </a:defRPr>
            </a:lvl4pPr>
            <a:lvl5pPr marL="386974" indent="0">
              <a:buNone/>
              <a:defRPr sz="339">
                <a:solidFill>
                  <a:schemeClr val="tx1">
                    <a:tint val="82000"/>
                  </a:schemeClr>
                </a:solidFill>
              </a:defRPr>
            </a:lvl5pPr>
            <a:lvl6pPr marL="483718" indent="0">
              <a:buNone/>
              <a:defRPr sz="339">
                <a:solidFill>
                  <a:schemeClr val="tx1">
                    <a:tint val="82000"/>
                  </a:schemeClr>
                </a:solidFill>
              </a:defRPr>
            </a:lvl6pPr>
            <a:lvl7pPr marL="580461" indent="0">
              <a:buNone/>
              <a:defRPr sz="339">
                <a:solidFill>
                  <a:schemeClr val="tx1">
                    <a:tint val="82000"/>
                  </a:schemeClr>
                </a:solidFill>
              </a:defRPr>
            </a:lvl7pPr>
            <a:lvl8pPr marL="677205" indent="0">
              <a:buNone/>
              <a:defRPr sz="339">
                <a:solidFill>
                  <a:schemeClr val="tx1">
                    <a:tint val="82000"/>
                  </a:schemeClr>
                </a:solidFill>
              </a:defRPr>
            </a:lvl8pPr>
            <a:lvl9pPr marL="773948" indent="0">
              <a:buNone/>
              <a:defRPr sz="33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7389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251" y="386255"/>
            <a:ext cx="941189" cy="92063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1123" y="386255"/>
            <a:ext cx="941189" cy="92063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87728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539" y="77251"/>
            <a:ext cx="1910061" cy="28045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540" y="355691"/>
            <a:ext cx="936864" cy="174318"/>
          </a:xfrm>
        </p:spPr>
        <p:txBody>
          <a:bodyPr anchor="b"/>
          <a:lstStyle>
            <a:lvl1pPr marL="0" indent="0">
              <a:buNone/>
              <a:defRPr sz="508" b="1"/>
            </a:lvl1pPr>
            <a:lvl2pPr marL="96744" indent="0">
              <a:buNone/>
              <a:defRPr sz="423" b="1"/>
            </a:lvl2pPr>
            <a:lvl3pPr marL="193487" indent="0">
              <a:buNone/>
              <a:defRPr sz="381" b="1"/>
            </a:lvl3pPr>
            <a:lvl4pPr marL="290231" indent="0">
              <a:buNone/>
              <a:defRPr sz="339" b="1"/>
            </a:lvl4pPr>
            <a:lvl5pPr marL="386974" indent="0">
              <a:buNone/>
              <a:defRPr sz="339" b="1"/>
            </a:lvl5pPr>
            <a:lvl6pPr marL="483718" indent="0">
              <a:buNone/>
              <a:defRPr sz="339" b="1"/>
            </a:lvl6pPr>
            <a:lvl7pPr marL="580461" indent="0">
              <a:buNone/>
              <a:defRPr sz="339" b="1"/>
            </a:lvl7pPr>
            <a:lvl8pPr marL="677205" indent="0">
              <a:buNone/>
              <a:defRPr sz="339" b="1"/>
            </a:lvl8pPr>
            <a:lvl9pPr marL="773948" indent="0">
              <a:buNone/>
              <a:defRPr sz="33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540" y="530009"/>
            <a:ext cx="936864" cy="7795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21123" y="355691"/>
            <a:ext cx="941478" cy="174318"/>
          </a:xfrm>
        </p:spPr>
        <p:txBody>
          <a:bodyPr anchor="b"/>
          <a:lstStyle>
            <a:lvl1pPr marL="0" indent="0">
              <a:buNone/>
              <a:defRPr sz="508" b="1"/>
            </a:lvl1pPr>
            <a:lvl2pPr marL="96744" indent="0">
              <a:buNone/>
              <a:defRPr sz="423" b="1"/>
            </a:lvl2pPr>
            <a:lvl3pPr marL="193487" indent="0">
              <a:buNone/>
              <a:defRPr sz="381" b="1"/>
            </a:lvl3pPr>
            <a:lvl4pPr marL="290231" indent="0">
              <a:buNone/>
              <a:defRPr sz="339" b="1"/>
            </a:lvl4pPr>
            <a:lvl5pPr marL="386974" indent="0">
              <a:buNone/>
              <a:defRPr sz="339" b="1"/>
            </a:lvl5pPr>
            <a:lvl6pPr marL="483718" indent="0">
              <a:buNone/>
              <a:defRPr sz="339" b="1"/>
            </a:lvl6pPr>
            <a:lvl7pPr marL="580461" indent="0">
              <a:buNone/>
              <a:defRPr sz="339" b="1"/>
            </a:lvl7pPr>
            <a:lvl8pPr marL="677205" indent="0">
              <a:buNone/>
              <a:defRPr sz="339" b="1"/>
            </a:lvl8pPr>
            <a:lvl9pPr marL="773948" indent="0">
              <a:buNone/>
              <a:defRPr sz="33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21123" y="530009"/>
            <a:ext cx="941478" cy="7795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43761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58694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29921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540" y="96732"/>
            <a:ext cx="714254" cy="338561"/>
          </a:xfrm>
        </p:spPr>
        <p:txBody>
          <a:bodyPr anchor="b"/>
          <a:lstStyle>
            <a:lvl1pPr>
              <a:defRPr sz="67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1477" y="208914"/>
            <a:ext cx="1121123" cy="1031133"/>
          </a:xfrm>
        </p:spPr>
        <p:txBody>
          <a:bodyPr/>
          <a:lstStyle>
            <a:lvl1pPr>
              <a:defRPr sz="677"/>
            </a:lvl1pPr>
            <a:lvl2pPr>
              <a:defRPr sz="592"/>
            </a:lvl2pPr>
            <a:lvl3pPr>
              <a:defRPr sz="508"/>
            </a:lvl3pPr>
            <a:lvl4pPr>
              <a:defRPr sz="423"/>
            </a:lvl4pPr>
            <a:lvl5pPr>
              <a:defRPr sz="423"/>
            </a:lvl5pPr>
            <a:lvl6pPr>
              <a:defRPr sz="423"/>
            </a:lvl6pPr>
            <a:lvl7pPr>
              <a:defRPr sz="423"/>
            </a:lvl7pPr>
            <a:lvl8pPr>
              <a:defRPr sz="423"/>
            </a:lvl8pPr>
            <a:lvl9pPr>
              <a:defRPr sz="42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2540" y="435293"/>
            <a:ext cx="714254" cy="806433"/>
          </a:xfrm>
        </p:spPr>
        <p:txBody>
          <a:bodyPr/>
          <a:lstStyle>
            <a:lvl1pPr marL="0" indent="0">
              <a:buNone/>
              <a:defRPr sz="339"/>
            </a:lvl1pPr>
            <a:lvl2pPr marL="96744" indent="0">
              <a:buNone/>
              <a:defRPr sz="296"/>
            </a:lvl2pPr>
            <a:lvl3pPr marL="193487" indent="0">
              <a:buNone/>
              <a:defRPr sz="254"/>
            </a:lvl3pPr>
            <a:lvl4pPr marL="290231" indent="0">
              <a:buNone/>
              <a:defRPr sz="212"/>
            </a:lvl4pPr>
            <a:lvl5pPr marL="386974" indent="0">
              <a:buNone/>
              <a:defRPr sz="212"/>
            </a:lvl5pPr>
            <a:lvl6pPr marL="483718" indent="0">
              <a:buNone/>
              <a:defRPr sz="212"/>
            </a:lvl6pPr>
            <a:lvl7pPr marL="580461" indent="0">
              <a:buNone/>
              <a:defRPr sz="212"/>
            </a:lvl7pPr>
            <a:lvl8pPr marL="677205" indent="0">
              <a:buNone/>
              <a:defRPr sz="212"/>
            </a:lvl8pPr>
            <a:lvl9pPr marL="773948" indent="0">
              <a:buNone/>
              <a:defRPr sz="21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37721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540" y="96732"/>
            <a:ext cx="714254" cy="338561"/>
          </a:xfrm>
        </p:spPr>
        <p:txBody>
          <a:bodyPr anchor="b"/>
          <a:lstStyle>
            <a:lvl1pPr>
              <a:defRPr sz="67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41477" y="208914"/>
            <a:ext cx="1121123" cy="1031133"/>
          </a:xfrm>
        </p:spPr>
        <p:txBody>
          <a:bodyPr anchor="t"/>
          <a:lstStyle>
            <a:lvl1pPr marL="0" indent="0">
              <a:buNone/>
              <a:defRPr sz="677"/>
            </a:lvl1pPr>
            <a:lvl2pPr marL="96744" indent="0">
              <a:buNone/>
              <a:defRPr sz="592"/>
            </a:lvl2pPr>
            <a:lvl3pPr marL="193487" indent="0">
              <a:buNone/>
              <a:defRPr sz="508"/>
            </a:lvl3pPr>
            <a:lvl4pPr marL="290231" indent="0">
              <a:buNone/>
              <a:defRPr sz="423"/>
            </a:lvl4pPr>
            <a:lvl5pPr marL="386974" indent="0">
              <a:buNone/>
              <a:defRPr sz="423"/>
            </a:lvl5pPr>
            <a:lvl6pPr marL="483718" indent="0">
              <a:buNone/>
              <a:defRPr sz="423"/>
            </a:lvl6pPr>
            <a:lvl7pPr marL="580461" indent="0">
              <a:buNone/>
              <a:defRPr sz="423"/>
            </a:lvl7pPr>
            <a:lvl8pPr marL="677205" indent="0">
              <a:buNone/>
              <a:defRPr sz="423"/>
            </a:lvl8pPr>
            <a:lvl9pPr marL="773948" indent="0">
              <a:buNone/>
              <a:defRPr sz="42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2540" y="435293"/>
            <a:ext cx="714254" cy="806433"/>
          </a:xfrm>
        </p:spPr>
        <p:txBody>
          <a:bodyPr/>
          <a:lstStyle>
            <a:lvl1pPr marL="0" indent="0">
              <a:buNone/>
              <a:defRPr sz="339"/>
            </a:lvl1pPr>
            <a:lvl2pPr marL="96744" indent="0">
              <a:buNone/>
              <a:defRPr sz="296"/>
            </a:lvl2pPr>
            <a:lvl3pPr marL="193487" indent="0">
              <a:buNone/>
              <a:defRPr sz="254"/>
            </a:lvl3pPr>
            <a:lvl4pPr marL="290231" indent="0">
              <a:buNone/>
              <a:defRPr sz="212"/>
            </a:lvl4pPr>
            <a:lvl5pPr marL="386974" indent="0">
              <a:buNone/>
              <a:defRPr sz="212"/>
            </a:lvl5pPr>
            <a:lvl6pPr marL="483718" indent="0">
              <a:buNone/>
              <a:defRPr sz="212"/>
            </a:lvl6pPr>
            <a:lvl7pPr marL="580461" indent="0">
              <a:buNone/>
              <a:defRPr sz="212"/>
            </a:lvl7pPr>
            <a:lvl8pPr marL="677205" indent="0">
              <a:buNone/>
              <a:defRPr sz="212"/>
            </a:lvl8pPr>
            <a:lvl9pPr marL="773948" indent="0">
              <a:buNone/>
              <a:defRPr sz="21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32527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77625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84797" y="77251"/>
            <a:ext cx="477515" cy="122963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252" y="77251"/>
            <a:ext cx="1404863" cy="122963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86571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251" y="77251"/>
            <a:ext cx="1910061" cy="280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51" y="386255"/>
            <a:ext cx="1910061" cy="9206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2251" y="1344839"/>
            <a:ext cx="498277" cy="77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3574" y="1344839"/>
            <a:ext cx="747415" cy="77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64035" y="1344839"/>
            <a:ext cx="498277" cy="77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139769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41" r:id="rId1"/>
    <p:sldLayoutId id="2147484142" r:id="rId2"/>
    <p:sldLayoutId id="2147484143" r:id="rId3"/>
    <p:sldLayoutId id="2147484144" r:id="rId4"/>
    <p:sldLayoutId id="2147484145" r:id="rId5"/>
    <p:sldLayoutId id="2147484146" r:id="rId6"/>
    <p:sldLayoutId id="2147484147" r:id="rId7"/>
    <p:sldLayoutId id="2147484148" r:id="rId8"/>
    <p:sldLayoutId id="2147484149" r:id="rId9"/>
    <p:sldLayoutId id="2147484150" r:id="rId10"/>
    <p:sldLayoutId id="2147484151" r:id="rId11"/>
  </p:sldLayoutIdLst>
  <p:txStyles>
    <p:titleStyle>
      <a:lvl1pPr algn="l" defTabSz="193487" rtl="0" eaLnBrk="1" latinLnBrk="0" hangingPunct="1">
        <a:lnSpc>
          <a:spcPct val="90000"/>
        </a:lnSpc>
        <a:spcBef>
          <a:spcPct val="0"/>
        </a:spcBef>
        <a:buNone/>
        <a:defRPr sz="93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372" indent="-48372" algn="l" defTabSz="193487" rtl="0" eaLnBrk="1" latinLnBrk="0" hangingPunct="1">
        <a:lnSpc>
          <a:spcPct val="90000"/>
        </a:lnSpc>
        <a:spcBef>
          <a:spcPts val="212"/>
        </a:spcBef>
        <a:buFont typeface="Arial" panose="020B0604020202020204" pitchFamily="34" charset="0"/>
        <a:buChar char="•"/>
        <a:defRPr sz="592" kern="1200">
          <a:solidFill>
            <a:schemeClr val="tx1"/>
          </a:solidFill>
          <a:latin typeface="+mn-lt"/>
          <a:ea typeface="+mn-ea"/>
          <a:cs typeface="+mn-cs"/>
        </a:defRPr>
      </a:lvl1pPr>
      <a:lvl2pPr marL="145115" indent="-48372" algn="l" defTabSz="193487" rtl="0" eaLnBrk="1" latinLnBrk="0" hangingPunct="1">
        <a:lnSpc>
          <a:spcPct val="90000"/>
        </a:lnSpc>
        <a:spcBef>
          <a:spcPts val="106"/>
        </a:spcBef>
        <a:buFont typeface="Arial" panose="020B0604020202020204" pitchFamily="34" charset="0"/>
        <a:buChar char="•"/>
        <a:defRPr sz="508" kern="1200">
          <a:solidFill>
            <a:schemeClr val="tx1"/>
          </a:solidFill>
          <a:latin typeface="+mn-lt"/>
          <a:ea typeface="+mn-ea"/>
          <a:cs typeface="+mn-cs"/>
        </a:defRPr>
      </a:lvl2pPr>
      <a:lvl3pPr marL="241859" indent="-48372" algn="l" defTabSz="193487" rtl="0" eaLnBrk="1" latinLnBrk="0" hangingPunct="1">
        <a:lnSpc>
          <a:spcPct val="90000"/>
        </a:lnSpc>
        <a:spcBef>
          <a:spcPts val="106"/>
        </a:spcBef>
        <a:buFont typeface="Arial" panose="020B0604020202020204" pitchFamily="34" charset="0"/>
        <a:buChar char="•"/>
        <a:defRPr sz="423" kern="1200">
          <a:solidFill>
            <a:schemeClr val="tx1"/>
          </a:solidFill>
          <a:latin typeface="+mn-lt"/>
          <a:ea typeface="+mn-ea"/>
          <a:cs typeface="+mn-cs"/>
        </a:defRPr>
      </a:lvl3pPr>
      <a:lvl4pPr marL="338602" indent="-48372" algn="l" defTabSz="193487" rtl="0" eaLnBrk="1" latinLnBrk="0" hangingPunct="1">
        <a:lnSpc>
          <a:spcPct val="90000"/>
        </a:lnSpc>
        <a:spcBef>
          <a:spcPts val="106"/>
        </a:spcBef>
        <a:buFont typeface="Arial" panose="020B0604020202020204" pitchFamily="34" charset="0"/>
        <a:buChar char="•"/>
        <a:defRPr sz="381" kern="1200">
          <a:solidFill>
            <a:schemeClr val="tx1"/>
          </a:solidFill>
          <a:latin typeface="+mn-lt"/>
          <a:ea typeface="+mn-ea"/>
          <a:cs typeface="+mn-cs"/>
        </a:defRPr>
      </a:lvl4pPr>
      <a:lvl5pPr marL="435346" indent="-48372" algn="l" defTabSz="193487" rtl="0" eaLnBrk="1" latinLnBrk="0" hangingPunct="1">
        <a:lnSpc>
          <a:spcPct val="90000"/>
        </a:lnSpc>
        <a:spcBef>
          <a:spcPts val="106"/>
        </a:spcBef>
        <a:buFont typeface="Arial" panose="020B0604020202020204" pitchFamily="34" charset="0"/>
        <a:buChar char="•"/>
        <a:defRPr sz="381" kern="1200">
          <a:solidFill>
            <a:schemeClr val="tx1"/>
          </a:solidFill>
          <a:latin typeface="+mn-lt"/>
          <a:ea typeface="+mn-ea"/>
          <a:cs typeface="+mn-cs"/>
        </a:defRPr>
      </a:lvl5pPr>
      <a:lvl6pPr marL="532089" indent="-48372" algn="l" defTabSz="193487" rtl="0" eaLnBrk="1" latinLnBrk="0" hangingPunct="1">
        <a:lnSpc>
          <a:spcPct val="90000"/>
        </a:lnSpc>
        <a:spcBef>
          <a:spcPts val="106"/>
        </a:spcBef>
        <a:buFont typeface="Arial" panose="020B0604020202020204" pitchFamily="34" charset="0"/>
        <a:buChar char="•"/>
        <a:defRPr sz="381" kern="1200">
          <a:solidFill>
            <a:schemeClr val="tx1"/>
          </a:solidFill>
          <a:latin typeface="+mn-lt"/>
          <a:ea typeface="+mn-ea"/>
          <a:cs typeface="+mn-cs"/>
        </a:defRPr>
      </a:lvl6pPr>
      <a:lvl7pPr marL="628833" indent="-48372" algn="l" defTabSz="193487" rtl="0" eaLnBrk="1" latinLnBrk="0" hangingPunct="1">
        <a:lnSpc>
          <a:spcPct val="90000"/>
        </a:lnSpc>
        <a:spcBef>
          <a:spcPts val="106"/>
        </a:spcBef>
        <a:buFont typeface="Arial" panose="020B0604020202020204" pitchFamily="34" charset="0"/>
        <a:buChar char="•"/>
        <a:defRPr sz="381" kern="1200">
          <a:solidFill>
            <a:schemeClr val="tx1"/>
          </a:solidFill>
          <a:latin typeface="+mn-lt"/>
          <a:ea typeface="+mn-ea"/>
          <a:cs typeface="+mn-cs"/>
        </a:defRPr>
      </a:lvl7pPr>
      <a:lvl8pPr marL="725576" indent="-48372" algn="l" defTabSz="193487" rtl="0" eaLnBrk="1" latinLnBrk="0" hangingPunct="1">
        <a:lnSpc>
          <a:spcPct val="90000"/>
        </a:lnSpc>
        <a:spcBef>
          <a:spcPts val="106"/>
        </a:spcBef>
        <a:buFont typeface="Arial" panose="020B0604020202020204" pitchFamily="34" charset="0"/>
        <a:buChar char="•"/>
        <a:defRPr sz="381" kern="1200">
          <a:solidFill>
            <a:schemeClr val="tx1"/>
          </a:solidFill>
          <a:latin typeface="+mn-lt"/>
          <a:ea typeface="+mn-ea"/>
          <a:cs typeface="+mn-cs"/>
        </a:defRPr>
      </a:lvl8pPr>
      <a:lvl9pPr marL="822320" indent="-48372" algn="l" defTabSz="193487" rtl="0" eaLnBrk="1" latinLnBrk="0" hangingPunct="1">
        <a:lnSpc>
          <a:spcPct val="90000"/>
        </a:lnSpc>
        <a:spcBef>
          <a:spcPts val="106"/>
        </a:spcBef>
        <a:buFont typeface="Arial" panose="020B0604020202020204" pitchFamily="34" charset="0"/>
        <a:buChar char="•"/>
        <a:defRPr sz="38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3487" rtl="0" eaLnBrk="1" latinLnBrk="0" hangingPunct="1">
        <a:defRPr sz="381" kern="1200">
          <a:solidFill>
            <a:schemeClr val="tx1"/>
          </a:solidFill>
          <a:latin typeface="+mn-lt"/>
          <a:ea typeface="+mn-ea"/>
          <a:cs typeface="+mn-cs"/>
        </a:defRPr>
      </a:lvl1pPr>
      <a:lvl2pPr marL="96744" algn="l" defTabSz="193487" rtl="0" eaLnBrk="1" latinLnBrk="0" hangingPunct="1">
        <a:defRPr sz="381" kern="1200">
          <a:solidFill>
            <a:schemeClr val="tx1"/>
          </a:solidFill>
          <a:latin typeface="+mn-lt"/>
          <a:ea typeface="+mn-ea"/>
          <a:cs typeface="+mn-cs"/>
        </a:defRPr>
      </a:lvl2pPr>
      <a:lvl3pPr marL="193487" algn="l" defTabSz="193487" rtl="0" eaLnBrk="1" latinLnBrk="0" hangingPunct="1">
        <a:defRPr sz="381" kern="1200">
          <a:solidFill>
            <a:schemeClr val="tx1"/>
          </a:solidFill>
          <a:latin typeface="+mn-lt"/>
          <a:ea typeface="+mn-ea"/>
          <a:cs typeface="+mn-cs"/>
        </a:defRPr>
      </a:lvl3pPr>
      <a:lvl4pPr marL="290231" algn="l" defTabSz="193487" rtl="0" eaLnBrk="1" latinLnBrk="0" hangingPunct="1">
        <a:defRPr sz="381" kern="1200">
          <a:solidFill>
            <a:schemeClr val="tx1"/>
          </a:solidFill>
          <a:latin typeface="+mn-lt"/>
          <a:ea typeface="+mn-ea"/>
          <a:cs typeface="+mn-cs"/>
        </a:defRPr>
      </a:lvl4pPr>
      <a:lvl5pPr marL="386974" algn="l" defTabSz="193487" rtl="0" eaLnBrk="1" latinLnBrk="0" hangingPunct="1">
        <a:defRPr sz="381" kern="1200">
          <a:solidFill>
            <a:schemeClr val="tx1"/>
          </a:solidFill>
          <a:latin typeface="+mn-lt"/>
          <a:ea typeface="+mn-ea"/>
          <a:cs typeface="+mn-cs"/>
        </a:defRPr>
      </a:lvl5pPr>
      <a:lvl6pPr marL="483718" algn="l" defTabSz="193487" rtl="0" eaLnBrk="1" latinLnBrk="0" hangingPunct="1">
        <a:defRPr sz="381" kern="1200">
          <a:solidFill>
            <a:schemeClr val="tx1"/>
          </a:solidFill>
          <a:latin typeface="+mn-lt"/>
          <a:ea typeface="+mn-ea"/>
          <a:cs typeface="+mn-cs"/>
        </a:defRPr>
      </a:lvl6pPr>
      <a:lvl7pPr marL="580461" algn="l" defTabSz="193487" rtl="0" eaLnBrk="1" latinLnBrk="0" hangingPunct="1">
        <a:defRPr sz="381" kern="1200">
          <a:solidFill>
            <a:schemeClr val="tx1"/>
          </a:solidFill>
          <a:latin typeface="+mn-lt"/>
          <a:ea typeface="+mn-ea"/>
          <a:cs typeface="+mn-cs"/>
        </a:defRPr>
      </a:lvl7pPr>
      <a:lvl8pPr marL="677205" algn="l" defTabSz="193487" rtl="0" eaLnBrk="1" latinLnBrk="0" hangingPunct="1">
        <a:defRPr sz="381" kern="1200">
          <a:solidFill>
            <a:schemeClr val="tx1"/>
          </a:solidFill>
          <a:latin typeface="+mn-lt"/>
          <a:ea typeface="+mn-ea"/>
          <a:cs typeface="+mn-cs"/>
        </a:defRPr>
      </a:lvl8pPr>
      <a:lvl9pPr marL="773948" algn="l" defTabSz="193487" rtl="0" eaLnBrk="1" latinLnBrk="0" hangingPunct="1">
        <a:defRPr sz="38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76A7355-BE7B-9518-8A2D-2335E7698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806" y="-4952"/>
            <a:ext cx="543013" cy="52596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D5BB11-788D-611F-EA96-AF12412D88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5422" y="0"/>
            <a:ext cx="540166" cy="5232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7F7974-DA38-01FC-ECF2-192F9ED986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5" y="499831"/>
            <a:ext cx="537164" cy="52030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FB9AA9B-4456-D970-6CA8-7C8D8DE42A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4295" y="504148"/>
            <a:ext cx="543014" cy="525969"/>
          </a:xfrm>
          <a:prstGeom prst="rect">
            <a:avLst/>
          </a:prstGeom>
        </p:spPr>
      </p:pic>
      <p:pic>
        <p:nvPicPr>
          <p:cNvPr id="152" name="Picture 151">
            <a:extLst>
              <a:ext uri="{FF2B5EF4-FFF2-40B4-BE49-F238E27FC236}">
                <a16:creationId xmlns:a16="http://schemas.microsoft.com/office/drawing/2014/main" id="{A6891006-1491-84A7-929E-7FE3954069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29" y="1"/>
            <a:ext cx="1082964" cy="499830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BC9A7AF2-9906-DC2C-7EC7-9B5037AB8C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25" y="1046269"/>
            <a:ext cx="945863" cy="394795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B019D59C-70B7-6851-9188-57273DDC6EE0}"/>
              </a:ext>
            </a:extLst>
          </p:cNvPr>
          <p:cNvSpPr txBox="1"/>
          <p:nvPr/>
        </p:nvSpPr>
        <p:spPr>
          <a:xfrm>
            <a:off x="-28405" y="-40831"/>
            <a:ext cx="73501" cy="1538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A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B02D681-18C0-9A74-DCF3-77FFB93AE644}"/>
              </a:ext>
            </a:extLst>
          </p:cNvPr>
          <p:cNvSpPr txBox="1"/>
          <p:nvPr/>
        </p:nvSpPr>
        <p:spPr>
          <a:xfrm>
            <a:off x="-24849" y="453370"/>
            <a:ext cx="73501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C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485C0675-981C-5677-12D6-BD41D7B1978F}"/>
              </a:ext>
            </a:extLst>
          </p:cNvPr>
          <p:cNvSpPr txBox="1"/>
          <p:nvPr/>
        </p:nvSpPr>
        <p:spPr>
          <a:xfrm>
            <a:off x="-28405" y="969324"/>
            <a:ext cx="73501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E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9A5B2FA-01BF-8544-6582-489966984716}"/>
              </a:ext>
            </a:extLst>
          </p:cNvPr>
          <p:cNvSpPr txBox="1"/>
          <p:nvPr/>
        </p:nvSpPr>
        <p:spPr>
          <a:xfrm>
            <a:off x="1542968" y="969323"/>
            <a:ext cx="73501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G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281842AD-1360-3431-57F3-6EC6F15EA128}"/>
              </a:ext>
            </a:extLst>
          </p:cNvPr>
          <p:cNvSpPr txBox="1"/>
          <p:nvPr/>
        </p:nvSpPr>
        <p:spPr>
          <a:xfrm>
            <a:off x="942000" y="969323"/>
            <a:ext cx="73501" cy="1538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F</a:t>
            </a:r>
          </a:p>
        </p:txBody>
      </p:sp>
      <p:pic>
        <p:nvPicPr>
          <p:cNvPr id="165" name="Picture 164">
            <a:extLst>
              <a:ext uri="{FF2B5EF4-FFF2-40B4-BE49-F238E27FC236}">
                <a16:creationId xmlns:a16="http://schemas.microsoft.com/office/drawing/2014/main" id="{5A17BDA0-44D1-6CDB-D819-7849C7906D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8242" y="1031930"/>
            <a:ext cx="636745" cy="424496"/>
          </a:xfrm>
          <a:prstGeom prst="rect">
            <a:avLst/>
          </a:pr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FA3F28EE-8814-582F-FE7F-DF300382C86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90329" y="1035228"/>
            <a:ext cx="631796" cy="421198"/>
          </a:xfrm>
          <a:prstGeom prst="rect">
            <a:avLst/>
          </a:prstGeom>
        </p:spPr>
      </p:pic>
      <p:sp>
        <p:nvSpPr>
          <p:cNvPr id="167" name="TextBox 166">
            <a:extLst>
              <a:ext uri="{FF2B5EF4-FFF2-40B4-BE49-F238E27FC236}">
                <a16:creationId xmlns:a16="http://schemas.microsoft.com/office/drawing/2014/main" id="{99EABC2C-0A25-ED72-0759-D658A8A08CFC}"/>
              </a:ext>
            </a:extLst>
          </p:cNvPr>
          <p:cNvSpPr txBox="1"/>
          <p:nvPr/>
        </p:nvSpPr>
        <p:spPr>
          <a:xfrm>
            <a:off x="1083055" y="-40830"/>
            <a:ext cx="73501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B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3F333D7D-4924-9166-8A15-8F4AD533EAEE}"/>
              </a:ext>
            </a:extLst>
          </p:cNvPr>
          <p:cNvSpPr txBox="1"/>
          <p:nvPr/>
        </p:nvSpPr>
        <p:spPr>
          <a:xfrm>
            <a:off x="1081464" y="463503"/>
            <a:ext cx="73501" cy="1538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32715A-C079-24A6-B629-8694A9D852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8774" y="501460"/>
            <a:ext cx="545789" cy="5286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CDE2E6-68E3-EB8E-8411-4A631CE65D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0744" y="499830"/>
            <a:ext cx="537164" cy="52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184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3151</TotalTime>
  <Words>302</Words>
  <Application>Microsoft Macintosh PowerPoint</Application>
  <PresentationFormat>Custom</PresentationFormat>
  <Paragraphs>32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RAMESH, Arunkumar (SALISBURY NHS FOUNDATION TRUST)</dc:creator>
  <cp:lastModifiedBy>RAMESH, Arunkumar (SALISBURY NHS FOUNDATION TRUST)</cp:lastModifiedBy>
  <cp:revision>38</cp:revision>
  <dcterms:created xsi:type="dcterms:W3CDTF">2026-04-28T09:32:36Z</dcterms:created>
  <dcterms:modified xsi:type="dcterms:W3CDTF">2026-05-20T12:00:35Z</dcterms:modified>
</cp:coreProperties>
</file>