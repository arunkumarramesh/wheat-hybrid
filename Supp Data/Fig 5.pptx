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notesMasterIdLst>
    <p:notesMasterId r:id="rId3"/>
  </p:notesMasterIdLst>
  <p:sldIdLst>
    <p:sldId id="282" r:id="rId2"/>
  </p:sldIdLst>
  <p:sldSz cx="12954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94686"/>
  </p:normalViewPr>
  <p:slideViewPr>
    <p:cSldViewPr snapToGrid="0">
      <p:cViewPr varScale="1">
        <p:scale>
          <a:sx n="400" d="100"/>
          <a:sy n="400" d="100"/>
        </p:scale>
        <p:origin x="273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C23-F338-EB41-8653-4316F1EF48B5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3013" y="1143000"/>
            <a:ext cx="4371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7636C-B006-8E47-A161-B8C06667ED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302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1pPr>
    <a:lvl2pPr marL="70843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2pPr>
    <a:lvl3pPr marL="141687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3pPr>
    <a:lvl4pPr marL="212530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4pPr>
    <a:lvl5pPr marL="283373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5pPr>
    <a:lvl6pPr marL="354217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6pPr>
    <a:lvl7pPr marL="425060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7pPr>
    <a:lvl8pPr marL="495904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8pPr>
    <a:lvl9pPr marL="566747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" y="149648"/>
            <a:ext cx="1101090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25" y="480272"/>
            <a:ext cx="971550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2556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4636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84" y="227965"/>
            <a:ext cx="1117283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384" y="611929"/>
            <a:ext cx="1117283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82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8612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059" y="243417"/>
            <a:ext cx="550545" cy="5801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796" y="243417"/>
            <a:ext cx="550545" cy="5801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260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27" y="48683"/>
            <a:ext cx="1117283" cy="17674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28" y="224155"/>
            <a:ext cx="548015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28" y="334010"/>
            <a:ext cx="548015" cy="4912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96" y="224155"/>
            <a:ext cx="550714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96" y="334010"/>
            <a:ext cx="550714" cy="4912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1732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2932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820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28" y="60960"/>
            <a:ext cx="417800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714" y="131657"/>
            <a:ext cx="655796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28" y="274320"/>
            <a:ext cx="417800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011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28" y="60960"/>
            <a:ext cx="417800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714" y="131657"/>
            <a:ext cx="655796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28" y="274320"/>
            <a:ext cx="417800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853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6865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021" y="48683"/>
            <a:ext cx="279321" cy="77491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059" y="48683"/>
            <a:ext cx="821769" cy="77491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2384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059" y="48683"/>
            <a:ext cx="1117283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059" y="243417"/>
            <a:ext cx="1117283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059" y="847514"/>
            <a:ext cx="291465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101" y="847514"/>
            <a:ext cx="437198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876" y="847514"/>
            <a:ext cx="291465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9469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398859-2EFF-5E08-FE4A-F1F051537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54"/>
            <a:ext cx="989046" cy="47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F136FC-B030-F70C-BDD2-B68674705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5" y="494803"/>
            <a:ext cx="1028254" cy="4113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4B8CB6-A794-6BD4-121F-954D1E832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1" y="8769"/>
            <a:ext cx="320217" cy="4803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3A4A00-B1D7-49CA-3BA7-A9949C7B9DED}"/>
              </a:ext>
            </a:extLst>
          </p:cNvPr>
          <p:cNvSpPr txBox="1"/>
          <p:nvPr/>
        </p:nvSpPr>
        <p:spPr>
          <a:xfrm>
            <a:off x="-47625" y="-32493"/>
            <a:ext cx="22860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24F2F2-3BD2-8733-33BF-20E7E90F1438}"/>
              </a:ext>
            </a:extLst>
          </p:cNvPr>
          <p:cNvSpPr txBox="1"/>
          <p:nvPr/>
        </p:nvSpPr>
        <p:spPr>
          <a:xfrm>
            <a:off x="95697" y="441093"/>
            <a:ext cx="22860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dirty="0"/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D5E48D-1B17-9081-2464-00D87AB1C2F9}"/>
              </a:ext>
            </a:extLst>
          </p:cNvPr>
          <p:cNvSpPr txBox="1"/>
          <p:nvPr/>
        </p:nvSpPr>
        <p:spPr>
          <a:xfrm>
            <a:off x="883304" y="-47619"/>
            <a:ext cx="22860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64014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2733</TotalTime>
  <Words>3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20</cp:revision>
  <dcterms:created xsi:type="dcterms:W3CDTF">2026-04-28T09:32:36Z</dcterms:created>
  <dcterms:modified xsi:type="dcterms:W3CDTF">2026-05-13T09:21:12Z</dcterms:modified>
</cp:coreProperties>
</file>