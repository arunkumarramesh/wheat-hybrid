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44" r:id="rId1"/>
  </p:sldMasterIdLst>
  <p:sldIdLst>
    <p:sldId id="256" r:id="rId2"/>
  </p:sldIdLst>
  <p:sldSz cx="1765300" cy="12779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520"/>
    <p:restoredTop sz="94686"/>
  </p:normalViewPr>
  <p:slideViewPr>
    <p:cSldViewPr snapToGrid="0">
      <p:cViewPr varScale="1">
        <p:scale>
          <a:sx n="400" d="100"/>
          <a:sy n="400" d="100"/>
        </p:scale>
        <p:origin x="1824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398" y="209144"/>
            <a:ext cx="1500505" cy="444912"/>
          </a:xfrm>
        </p:spPr>
        <p:txBody>
          <a:bodyPr anchor="b"/>
          <a:lstStyle>
            <a:lvl1pPr algn="ctr">
              <a:defRPr sz="111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663" y="671213"/>
            <a:ext cx="1323975" cy="308539"/>
          </a:xfrm>
        </p:spPr>
        <p:txBody>
          <a:bodyPr/>
          <a:lstStyle>
            <a:lvl1pPr marL="0" indent="0" algn="ctr">
              <a:buNone/>
              <a:defRPr sz="447"/>
            </a:lvl1pPr>
            <a:lvl2pPr marL="85176" indent="0" algn="ctr">
              <a:buNone/>
              <a:defRPr sz="373"/>
            </a:lvl2pPr>
            <a:lvl3pPr marL="170353" indent="0" algn="ctr">
              <a:buNone/>
              <a:defRPr sz="335"/>
            </a:lvl3pPr>
            <a:lvl4pPr marL="255529" indent="0" algn="ctr">
              <a:buNone/>
              <a:defRPr sz="298"/>
            </a:lvl4pPr>
            <a:lvl5pPr marL="340705" indent="0" algn="ctr">
              <a:buNone/>
              <a:defRPr sz="298"/>
            </a:lvl5pPr>
            <a:lvl6pPr marL="425882" indent="0" algn="ctr">
              <a:buNone/>
              <a:defRPr sz="298"/>
            </a:lvl6pPr>
            <a:lvl7pPr marL="511058" indent="0" algn="ctr">
              <a:buNone/>
              <a:defRPr sz="298"/>
            </a:lvl7pPr>
            <a:lvl8pPr marL="596235" indent="0" algn="ctr">
              <a:buNone/>
              <a:defRPr sz="298"/>
            </a:lvl8pPr>
            <a:lvl9pPr marL="681411" indent="0" algn="ctr">
              <a:buNone/>
              <a:defRPr sz="298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07.05.26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96039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07.05.26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76224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445" y="318597"/>
            <a:ext cx="1522571" cy="531587"/>
          </a:xfrm>
        </p:spPr>
        <p:txBody>
          <a:bodyPr anchor="b"/>
          <a:lstStyle>
            <a:lvl1pPr>
              <a:defRPr sz="111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445" y="855213"/>
            <a:ext cx="1522571" cy="279549"/>
          </a:xfrm>
        </p:spPr>
        <p:txBody>
          <a:bodyPr/>
          <a:lstStyle>
            <a:lvl1pPr marL="0" indent="0">
              <a:buNone/>
              <a:defRPr sz="447">
                <a:solidFill>
                  <a:schemeClr val="tx1">
                    <a:tint val="82000"/>
                  </a:schemeClr>
                </a:solidFill>
              </a:defRPr>
            </a:lvl1pPr>
            <a:lvl2pPr marL="85176" indent="0">
              <a:buNone/>
              <a:defRPr sz="373">
                <a:solidFill>
                  <a:schemeClr val="tx1">
                    <a:tint val="82000"/>
                  </a:schemeClr>
                </a:solidFill>
              </a:defRPr>
            </a:lvl2pPr>
            <a:lvl3pPr marL="170353" indent="0">
              <a:buNone/>
              <a:defRPr sz="335">
                <a:solidFill>
                  <a:schemeClr val="tx1">
                    <a:tint val="82000"/>
                  </a:schemeClr>
                </a:solidFill>
              </a:defRPr>
            </a:lvl3pPr>
            <a:lvl4pPr marL="255529" indent="0">
              <a:buNone/>
              <a:defRPr sz="298">
                <a:solidFill>
                  <a:schemeClr val="tx1">
                    <a:tint val="82000"/>
                  </a:schemeClr>
                </a:solidFill>
              </a:defRPr>
            </a:lvl4pPr>
            <a:lvl5pPr marL="340705" indent="0">
              <a:buNone/>
              <a:defRPr sz="298">
                <a:solidFill>
                  <a:schemeClr val="tx1">
                    <a:tint val="82000"/>
                  </a:schemeClr>
                </a:solidFill>
              </a:defRPr>
            </a:lvl5pPr>
            <a:lvl6pPr marL="425882" indent="0">
              <a:buNone/>
              <a:defRPr sz="298">
                <a:solidFill>
                  <a:schemeClr val="tx1">
                    <a:tint val="82000"/>
                  </a:schemeClr>
                </a:solidFill>
              </a:defRPr>
            </a:lvl6pPr>
            <a:lvl7pPr marL="511058" indent="0">
              <a:buNone/>
              <a:defRPr sz="298">
                <a:solidFill>
                  <a:schemeClr val="tx1">
                    <a:tint val="82000"/>
                  </a:schemeClr>
                </a:solidFill>
              </a:defRPr>
            </a:lvl7pPr>
            <a:lvl8pPr marL="596235" indent="0">
              <a:buNone/>
              <a:defRPr sz="298">
                <a:solidFill>
                  <a:schemeClr val="tx1">
                    <a:tint val="82000"/>
                  </a:schemeClr>
                </a:solidFill>
              </a:defRPr>
            </a:lvl8pPr>
            <a:lvl9pPr marL="681411" indent="0">
              <a:buNone/>
              <a:defRPr sz="29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07.05.26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81779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364" y="340192"/>
            <a:ext cx="750253" cy="81084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3683" y="340192"/>
            <a:ext cx="750253" cy="81084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07.05.26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43673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594" y="68039"/>
            <a:ext cx="1522571" cy="24700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594" y="313272"/>
            <a:ext cx="746805" cy="153530"/>
          </a:xfrm>
        </p:spPr>
        <p:txBody>
          <a:bodyPr anchor="b"/>
          <a:lstStyle>
            <a:lvl1pPr marL="0" indent="0">
              <a:buNone/>
              <a:defRPr sz="447" b="1"/>
            </a:lvl1pPr>
            <a:lvl2pPr marL="85176" indent="0">
              <a:buNone/>
              <a:defRPr sz="373" b="1"/>
            </a:lvl2pPr>
            <a:lvl3pPr marL="170353" indent="0">
              <a:buNone/>
              <a:defRPr sz="335" b="1"/>
            </a:lvl3pPr>
            <a:lvl4pPr marL="255529" indent="0">
              <a:buNone/>
              <a:defRPr sz="298" b="1"/>
            </a:lvl4pPr>
            <a:lvl5pPr marL="340705" indent="0">
              <a:buNone/>
              <a:defRPr sz="298" b="1"/>
            </a:lvl5pPr>
            <a:lvl6pPr marL="425882" indent="0">
              <a:buNone/>
              <a:defRPr sz="298" b="1"/>
            </a:lvl6pPr>
            <a:lvl7pPr marL="511058" indent="0">
              <a:buNone/>
              <a:defRPr sz="298" b="1"/>
            </a:lvl7pPr>
            <a:lvl8pPr marL="596235" indent="0">
              <a:buNone/>
              <a:defRPr sz="298" b="1"/>
            </a:lvl8pPr>
            <a:lvl9pPr marL="681411" indent="0">
              <a:buNone/>
              <a:defRPr sz="298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594" y="466802"/>
            <a:ext cx="746805" cy="6865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93683" y="313272"/>
            <a:ext cx="750482" cy="153530"/>
          </a:xfrm>
        </p:spPr>
        <p:txBody>
          <a:bodyPr anchor="b"/>
          <a:lstStyle>
            <a:lvl1pPr marL="0" indent="0">
              <a:buNone/>
              <a:defRPr sz="447" b="1"/>
            </a:lvl1pPr>
            <a:lvl2pPr marL="85176" indent="0">
              <a:buNone/>
              <a:defRPr sz="373" b="1"/>
            </a:lvl2pPr>
            <a:lvl3pPr marL="170353" indent="0">
              <a:buNone/>
              <a:defRPr sz="335" b="1"/>
            </a:lvl3pPr>
            <a:lvl4pPr marL="255529" indent="0">
              <a:buNone/>
              <a:defRPr sz="298" b="1"/>
            </a:lvl4pPr>
            <a:lvl5pPr marL="340705" indent="0">
              <a:buNone/>
              <a:defRPr sz="298" b="1"/>
            </a:lvl5pPr>
            <a:lvl6pPr marL="425882" indent="0">
              <a:buNone/>
              <a:defRPr sz="298" b="1"/>
            </a:lvl6pPr>
            <a:lvl7pPr marL="511058" indent="0">
              <a:buNone/>
              <a:defRPr sz="298" b="1"/>
            </a:lvl7pPr>
            <a:lvl8pPr marL="596235" indent="0">
              <a:buNone/>
              <a:defRPr sz="298" b="1"/>
            </a:lvl8pPr>
            <a:lvl9pPr marL="681411" indent="0">
              <a:buNone/>
              <a:defRPr sz="298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93683" y="466802"/>
            <a:ext cx="750482" cy="6865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07.05.26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78444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07.05.26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75085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07.05.26</a:t>
            </a:fld>
            <a:endParaRPr lang="en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30549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594" y="85196"/>
            <a:ext cx="569355" cy="298186"/>
          </a:xfrm>
        </p:spPr>
        <p:txBody>
          <a:bodyPr anchor="b"/>
          <a:lstStyle>
            <a:lvl1pPr>
              <a:defRPr sz="59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0482" y="184000"/>
            <a:ext cx="893683" cy="908164"/>
          </a:xfrm>
        </p:spPr>
        <p:txBody>
          <a:bodyPr/>
          <a:lstStyle>
            <a:lvl1pPr>
              <a:defRPr sz="596"/>
            </a:lvl1pPr>
            <a:lvl2pPr>
              <a:defRPr sz="522"/>
            </a:lvl2pPr>
            <a:lvl3pPr>
              <a:defRPr sz="447"/>
            </a:lvl3pPr>
            <a:lvl4pPr>
              <a:defRPr sz="373"/>
            </a:lvl4pPr>
            <a:lvl5pPr>
              <a:defRPr sz="373"/>
            </a:lvl5pPr>
            <a:lvl6pPr>
              <a:defRPr sz="373"/>
            </a:lvl6pPr>
            <a:lvl7pPr>
              <a:defRPr sz="373"/>
            </a:lvl7pPr>
            <a:lvl8pPr>
              <a:defRPr sz="373"/>
            </a:lvl8pPr>
            <a:lvl9pPr>
              <a:defRPr sz="373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594" y="383382"/>
            <a:ext cx="569355" cy="710261"/>
          </a:xfrm>
        </p:spPr>
        <p:txBody>
          <a:bodyPr/>
          <a:lstStyle>
            <a:lvl1pPr marL="0" indent="0">
              <a:buNone/>
              <a:defRPr sz="298"/>
            </a:lvl1pPr>
            <a:lvl2pPr marL="85176" indent="0">
              <a:buNone/>
              <a:defRPr sz="261"/>
            </a:lvl2pPr>
            <a:lvl3pPr marL="170353" indent="0">
              <a:buNone/>
              <a:defRPr sz="224"/>
            </a:lvl3pPr>
            <a:lvl4pPr marL="255529" indent="0">
              <a:buNone/>
              <a:defRPr sz="186"/>
            </a:lvl4pPr>
            <a:lvl5pPr marL="340705" indent="0">
              <a:buNone/>
              <a:defRPr sz="186"/>
            </a:lvl5pPr>
            <a:lvl6pPr marL="425882" indent="0">
              <a:buNone/>
              <a:defRPr sz="186"/>
            </a:lvl6pPr>
            <a:lvl7pPr marL="511058" indent="0">
              <a:buNone/>
              <a:defRPr sz="186"/>
            </a:lvl7pPr>
            <a:lvl8pPr marL="596235" indent="0">
              <a:buNone/>
              <a:defRPr sz="186"/>
            </a:lvl8pPr>
            <a:lvl9pPr marL="681411" indent="0">
              <a:buNone/>
              <a:defRPr sz="18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07.05.26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55802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594" y="85196"/>
            <a:ext cx="569355" cy="298186"/>
          </a:xfrm>
        </p:spPr>
        <p:txBody>
          <a:bodyPr anchor="b"/>
          <a:lstStyle>
            <a:lvl1pPr>
              <a:defRPr sz="59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0482" y="184000"/>
            <a:ext cx="893683" cy="908164"/>
          </a:xfrm>
        </p:spPr>
        <p:txBody>
          <a:bodyPr anchor="t"/>
          <a:lstStyle>
            <a:lvl1pPr marL="0" indent="0">
              <a:buNone/>
              <a:defRPr sz="596"/>
            </a:lvl1pPr>
            <a:lvl2pPr marL="85176" indent="0">
              <a:buNone/>
              <a:defRPr sz="522"/>
            </a:lvl2pPr>
            <a:lvl3pPr marL="170353" indent="0">
              <a:buNone/>
              <a:defRPr sz="447"/>
            </a:lvl3pPr>
            <a:lvl4pPr marL="255529" indent="0">
              <a:buNone/>
              <a:defRPr sz="373"/>
            </a:lvl4pPr>
            <a:lvl5pPr marL="340705" indent="0">
              <a:buNone/>
              <a:defRPr sz="373"/>
            </a:lvl5pPr>
            <a:lvl6pPr marL="425882" indent="0">
              <a:buNone/>
              <a:defRPr sz="373"/>
            </a:lvl6pPr>
            <a:lvl7pPr marL="511058" indent="0">
              <a:buNone/>
              <a:defRPr sz="373"/>
            </a:lvl7pPr>
            <a:lvl8pPr marL="596235" indent="0">
              <a:buNone/>
              <a:defRPr sz="373"/>
            </a:lvl8pPr>
            <a:lvl9pPr marL="681411" indent="0">
              <a:buNone/>
              <a:defRPr sz="373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594" y="383382"/>
            <a:ext cx="569355" cy="710261"/>
          </a:xfrm>
        </p:spPr>
        <p:txBody>
          <a:bodyPr/>
          <a:lstStyle>
            <a:lvl1pPr marL="0" indent="0">
              <a:buNone/>
              <a:defRPr sz="298"/>
            </a:lvl1pPr>
            <a:lvl2pPr marL="85176" indent="0">
              <a:buNone/>
              <a:defRPr sz="261"/>
            </a:lvl2pPr>
            <a:lvl3pPr marL="170353" indent="0">
              <a:buNone/>
              <a:defRPr sz="224"/>
            </a:lvl3pPr>
            <a:lvl4pPr marL="255529" indent="0">
              <a:buNone/>
              <a:defRPr sz="186"/>
            </a:lvl4pPr>
            <a:lvl5pPr marL="340705" indent="0">
              <a:buNone/>
              <a:defRPr sz="186"/>
            </a:lvl5pPr>
            <a:lvl6pPr marL="425882" indent="0">
              <a:buNone/>
              <a:defRPr sz="186"/>
            </a:lvl6pPr>
            <a:lvl7pPr marL="511058" indent="0">
              <a:buNone/>
              <a:defRPr sz="186"/>
            </a:lvl7pPr>
            <a:lvl8pPr marL="596235" indent="0">
              <a:buNone/>
              <a:defRPr sz="186"/>
            </a:lvl8pPr>
            <a:lvl9pPr marL="681411" indent="0">
              <a:buNone/>
              <a:defRPr sz="18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07.05.26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36869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07.05.26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06223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63293" y="68039"/>
            <a:ext cx="380643" cy="108299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365" y="68039"/>
            <a:ext cx="1119862" cy="108299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07.05.26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11961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365" y="68039"/>
            <a:ext cx="1522571" cy="247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365" y="340192"/>
            <a:ext cx="1522571" cy="810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364" y="1184460"/>
            <a:ext cx="397193" cy="680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4B9C68-ABAC-C142-8961-EC46C7438EC9}" type="datetimeFigureOut">
              <a:rPr lang="en-DE" smtClean="0"/>
              <a:t>07.05.26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4756" y="1184460"/>
            <a:ext cx="595789" cy="680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46743" y="1184460"/>
            <a:ext cx="397193" cy="680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65858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5" r:id="rId1"/>
    <p:sldLayoutId id="2147484046" r:id="rId2"/>
    <p:sldLayoutId id="2147484047" r:id="rId3"/>
    <p:sldLayoutId id="2147484048" r:id="rId4"/>
    <p:sldLayoutId id="2147484049" r:id="rId5"/>
    <p:sldLayoutId id="2147484050" r:id="rId6"/>
    <p:sldLayoutId id="2147484051" r:id="rId7"/>
    <p:sldLayoutId id="2147484052" r:id="rId8"/>
    <p:sldLayoutId id="2147484053" r:id="rId9"/>
    <p:sldLayoutId id="2147484054" r:id="rId10"/>
    <p:sldLayoutId id="2147484055" r:id="rId11"/>
  </p:sldLayoutIdLst>
  <p:txStyles>
    <p:titleStyle>
      <a:lvl1pPr algn="l" defTabSz="170353" rtl="0" eaLnBrk="1" latinLnBrk="0" hangingPunct="1">
        <a:lnSpc>
          <a:spcPct val="90000"/>
        </a:lnSpc>
        <a:spcBef>
          <a:spcPct val="0"/>
        </a:spcBef>
        <a:buNone/>
        <a:defRPr sz="8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588" indent="-42588" algn="l" defTabSz="170353" rtl="0" eaLnBrk="1" latinLnBrk="0" hangingPunct="1">
        <a:lnSpc>
          <a:spcPct val="90000"/>
        </a:lnSpc>
        <a:spcBef>
          <a:spcPts val="186"/>
        </a:spcBef>
        <a:buFont typeface="Arial" panose="020B0604020202020204" pitchFamily="34" charset="0"/>
        <a:buChar char="•"/>
        <a:defRPr sz="522" kern="1200">
          <a:solidFill>
            <a:schemeClr val="tx1"/>
          </a:solidFill>
          <a:latin typeface="+mn-lt"/>
          <a:ea typeface="+mn-ea"/>
          <a:cs typeface="+mn-cs"/>
        </a:defRPr>
      </a:lvl1pPr>
      <a:lvl2pPr marL="127765" indent="-42588" algn="l" defTabSz="170353" rtl="0" eaLnBrk="1" latinLnBrk="0" hangingPunct="1">
        <a:lnSpc>
          <a:spcPct val="90000"/>
        </a:lnSpc>
        <a:spcBef>
          <a:spcPts val="93"/>
        </a:spcBef>
        <a:buFont typeface="Arial" panose="020B0604020202020204" pitchFamily="34" charset="0"/>
        <a:buChar char="•"/>
        <a:defRPr sz="447" kern="1200">
          <a:solidFill>
            <a:schemeClr val="tx1"/>
          </a:solidFill>
          <a:latin typeface="+mn-lt"/>
          <a:ea typeface="+mn-ea"/>
          <a:cs typeface="+mn-cs"/>
        </a:defRPr>
      </a:lvl2pPr>
      <a:lvl3pPr marL="212941" indent="-42588" algn="l" defTabSz="170353" rtl="0" eaLnBrk="1" latinLnBrk="0" hangingPunct="1">
        <a:lnSpc>
          <a:spcPct val="90000"/>
        </a:lnSpc>
        <a:spcBef>
          <a:spcPts val="93"/>
        </a:spcBef>
        <a:buFont typeface="Arial" panose="020B0604020202020204" pitchFamily="34" charset="0"/>
        <a:buChar char="•"/>
        <a:defRPr sz="373" kern="1200">
          <a:solidFill>
            <a:schemeClr val="tx1"/>
          </a:solidFill>
          <a:latin typeface="+mn-lt"/>
          <a:ea typeface="+mn-ea"/>
          <a:cs typeface="+mn-cs"/>
        </a:defRPr>
      </a:lvl3pPr>
      <a:lvl4pPr marL="298117" indent="-42588" algn="l" defTabSz="170353" rtl="0" eaLnBrk="1" latinLnBrk="0" hangingPunct="1">
        <a:lnSpc>
          <a:spcPct val="90000"/>
        </a:lnSpc>
        <a:spcBef>
          <a:spcPts val="93"/>
        </a:spcBef>
        <a:buFont typeface="Arial" panose="020B0604020202020204" pitchFamily="34" charset="0"/>
        <a:buChar char="•"/>
        <a:defRPr sz="335" kern="1200">
          <a:solidFill>
            <a:schemeClr val="tx1"/>
          </a:solidFill>
          <a:latin typeface="+mn-lt"/>
          <a:ea typeface="+mn-ea"/>
          <a:cs typeface="+mn-cs"/>
        </a:defRPr>
      </a:lvl4pPr>
      <a:lvl5pPr marL="383294" indent="-42588" algn="l" defTabSz="170353" rtl="0" eaLnBrk="1" latinLnBrk="0" hangingPunct="1">
        <a:lnSpc>
          <a:spcPct val="90000"/>
        </a:lnSpc>
        <a:spcBef>
          <a:spcPts val="93"/>
        </a:spcBef>
        <a:buFont typeface="Arial" panose="020B0604020202020204" pitchFamily="34" charset="0"/>
        <a:buChar char="•"/>
        <a:defRPr sz="335" kern="1200">
          <a:solidFill>
            <a:schemeClr val="tx1"/>
          </a:solidFill>
          <a:latin typeface="+mn-lt"/>
          <a:ea typeface="+mn-ea"/>
          <a:cs typeface="+mn-cs"/>
        </a:defRPr>
      </a:lvl5pPr>
      <a:lvl6pPr marL="468470" indent="-42588" algn="l" defTabSz="170353" rtl="0" eaLnBrk="1" latinLnBrk="0" hangingPunct="1">
        <a:lnSpc>
          <a:spcPct val="90000"/>
        </a:lnSpc>
        <a:spcBef>
          <a:spcPts val="93"/>
        </a:spcBef>
        <a:buFont typeface="Arial" panose="020B0604020202020204" pitchFamily="34" charset="0"/>
        <a:buChar char="•"/>
        <a:defRPr sz="335" kern="1200">
          <a:solidFill>
            <a:schemeClr val="tx1"/>
          </a:solidFill>
          <a:latin typeface="+mn-lt"/>
          <a:ea typeface="+mn-ea"/>
          <a:cs typeface="+mn-cs"/>
        </a:defRPr>
      </a:lvl6pPr>
      <a:lvl7pPr marL="553646" indent="-42588" algn="l" defTabSz="170353" rtl="0" eaLnBrk="1" latinLnBrk="0" hangingPunct="1">
        <a:lnSpc>
          <a:spcPct val="90000"/>
        </a:lnSpc>
        <a:spcBef>
          <a:spcPts val="93"/>
        </a:spcBef>
        <a:buFont typeface="Arial" panose="020B0604020202020204" pitchFamily="34" charset="0"/>
        <a:buChar char="•"/>
        <a:defRPr sz="335" kern="1200">
          <a:solidFill>
            <a:schemeClr val="tx1"/>
          </a:solidFill>
          <a:latin typeface="+mn-lt"/>
          <a:ea typeface="+mn-ea"/>
          <a:cs typeface="+mn-cs"/>
        </a:defRPr>
      </a:lvl7pPr>
      <a:lvl8pPr marL="638823" indent="-42588" algn="l" defTabSz="170353" rtl="0" eaLnBrk="1" latinLnBrk="0" hangingPunct="1">
        <a:lnSpc>
          <a:spcPct val="90000"/>
        </a:lnSpc>
        <a:spcBef>
          <a:spcPts val="93"/>
        </a:spcBef>
        <a:buFont typeface="Arial" panose="020B0604020202020204" pitchFamily="34" charset="0"/>
        <a:buChar char="•"/>
        <a:defRPr sz="335" kern="1200">
          <a:solidFill>
            <a:schemeClr val="tx1"/>
          </a:solidFill>
          <a:latin typeface="+mn-lt"/>
          <a:ea typeface="+mn-ea"/>
          <a:cs typeface="+mn-cs"/>
        </a:defRPr>
      </a:lvl8pPr>
      <a:lvl9pPr marL="723999" indent="-42588" algn="l" defTabSz="170353" rtl="0" eaLnBrk="1" latinLnBrk="0" hangingPunct="1">
        <a:lnSpc>
          <a:spcPct val="90000"/>
        </a:lnSpc>
        <a:spcBef>
          <a:spcPts val="93"/>
        </a:spcBef>
        <a:buFont typeface="Arial" panose="020B0604020202020204" pitchFamily="34" charset="0"/>
        <a:buChar char="•"/>
        <a:defRPr sz="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0353" rtl="0" eaLnBrk="1" latinLnBrk="0" hangingPunct="1">
        <a:defRPr sz="335" kern="1200">
          <a:solidFill>
            <a:schemeClr val="tx1"/>
          </a:solidFill>
          <a:latin typeface="+mn-lt"/>
          <a:ea typeface="+mn-ea"/>
          <a:cs typeface="+mn-cs"/>
        </a:defRPr>
      </a:lvl1pPr>
      <a:lvl2pPr marL="85176" algn="l" defTabSz="170353" rtl="0" eaLnBrk="1" latinLnBrk="0" hangingPunct="1">
        <a:defRPr sz="335" kern="1200">
          <a:solidFill>
            <a:schemeClr val="tx1"/>
          </a:solidFill>
          <a:latin typeface="+mn-lt"/>
          <a:ea typeface="+mn-ea"/>
          <a:cs typeface="+mn-cs"/>
        </a:defRPr>
      </a:lvl2pPr>
      <a:lvl3pPr marL="170353" algn="l" defTabSz="170353" rtl="0" eaLnBrk="1" latinLnBrk="0" hangingPunct="1">
        <a:defRPr sz="335" kern="1200">
          <a:solidFill>
            <a:schemeClr val="tx1"/>
          </a:solidFill>
          <a:latin typeface="+mn-lt"/>
          <a:ea typeface="+mn-ea"/>
          <a:cs typeface="+mn-cs"/>
        </a:defRPr>
      </a:lvl3pPr>
      <a:lvl4pPr marL="255529" algn="l" defTabSz="170353" rtl="0" eaLnBrk="1" latinLnBrk="0" hangingPunct="1">
        <a:defRPr sz="335" kern="1200">
          <a:solidFill>
            <a:schemeClr val="tx1"/>
          </a:solidFill>
          <a:latin typeface="+mn-lt"/>
          <a:ea typeface="+mn-ea"/>
          <a:cs typeface="+mn-cs"/>
        </a:defRPr>
      </a:lvl4pPr>
      <a:lvl5pPr marL="340705" algn="l" defTabSz="170353" rtl="0" eaLnBrk="1" latinLnBrk="0" hangingPunct="1">
        <a:defRPr sz="335" kern="1200">
          <a:solidFill>
            <a:schemeClr val="tx1"/>
          </a:solidFill>
          <a:latin typeface="+mn-lt"/>
          <a:ea typeface="+mn-ea"/>
          <a:cs typeface="+mn-cs"/>
        </a:defRPr>
      </a:lvl5pPr>
      <a:lvl6pPr marL="425882" algn="l" defTabSz="170353" rtl="0" eaLnBrk="1" latinLnBrk="0" hangingPunct="1">
        <a:defRPr sz="335" kern="1200">
          <a:solidFill>
            <a:schemeClr val="tx1"/>
          </a:solidFill>
          <a:latin typeface="+mn-lt"/>
          <a:ea typeface="+mn-ea"/>
          <a:cs typeface="+mn-cs"/>
        </a:defRPr>
      </a:lvl6pPr>
      <a:lvl7pPr marL="511058" algn="l" defTabSz="170353" rtl="0" eaLnBrk="1" latinLnBrk="0" hangingPunct="1">
        <a:defRPr sz="335" kern="1200">
          <a:solidFill>
            <a:schemeClr val="tx1"/>
          </a:solidFill>
          <a:latin typeface="+mn-lt"/>
          <a:ea typeface="+mn-ea"/>
          <a:cs typeface="+mn-cs"/>
        </a:defRPr>
      </a:lvl7pPr>
      <a:lvl8pPr marL="596235" algn="l" defTabSz="170353" rtl="0" eaLnBrk="1" latinLnBrk="0" hangingPunct="1">
        <a:defRPr sz="335" kern="1200">
          <a:solidFill>
            <a:schemeClr val="tx1"/>
          </a:solidFill>
          <a:latin typeface="+mn-lt"/>
          <a:ea typeface="+mn-ea"/>
          <a:cs typeface="+mn-cs"/>
        </a:defRPr>
      </a:lvl8pPr>
      <a:lvl9pPr marL="681411" algn="l" defTabSz="170353" rtl="0" eaLnBrk="1" latinLnBrk="0" hangingPunct="1">
        <a:defRPr sz="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CF0FACD-41C2-50A2-4027-05AF9D20B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7394"/>
            <a:ext cx="864528" cy="3705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9547BB-48D6-4388-6AA1-640655CED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492846"/>
            <a:ext cx="868439" cy="37218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412DE87-1D68-009A-718E-8B0372A7EF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4500"/>
            <a:ext cx="868439" cy="372188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A06CC0FC-F6D2-CE5E-F40C-0A2E7E6962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472" y="910569"/>
            <a:ext cx="861966" cy="369414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62B33CA0-7E69-FA2F-A7FE-BC82A9865C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" y="492846"/>
            <a:ext cx="868438" cy="372188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DCB0D363-0300-752D-4FC0-DC186F0E35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000" y="65963"/>
            <a:ext cx="868438" cy="372188"/>
          </a:xfrm>
          <a:prstGeom prst="rect">
            <a:avLst/>
          </a:prstGeom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42595813-6D7E-418B-267D-068AEFFABBEB}"/>
              </a:ext>
            </a:extLst>
          </p:cNvPr>
          <p:cNvSpPr txBox="1"/>
          <p:nvPr/>
        </p:nvSpPr>
        <p:spPr>
          <a:xfrm>
            <a:off x="-63590" y="-42167"/>
            <a:ext cx="17192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500" b="1" dirty="0"/>
              <a:t>A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EE7AED4C-27B3-3A73-ABE9-8268BEA2EFAE}"/>
              </a:ext>
            </a:extLst>
          </p:cNvPr>
          <p:cNvSpPr txBox="1"/>
          <p:nvPr/>
        </p:nvSpPr>
        <p:spPr>
          <a:xfrm>
            <a:off x="-63590" y="380529"/>
            <a:ext cx="17192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500" b="1" dirty="0"/>
              <a:t>B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5245E32-6DAA-0962-8E45-01997A3A010A}"/>
              </a:ext>
            </a:extLst>
          </p:cNvPr>
          <p:cNvSpPr txBox="1"/>
          <p:nvPr/>
        </p:nvSpPr>
        <p:spPr>
          <a:xfrm>
            <a:off x="-63590" y="806881"/>
            <a:ext cx="17192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500" b="1" dirty="0"/>
              <a:t>C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9C14027F-8AD9-467F-9494-3C929841D4A4}"/>
              </a:ext>
            </a:extLst>
          </p:cNvPr>
          <p:cNvSpPr txBox="1"/>
          <p:nvPr/>
        </p:nvSpPr>
        <p:spPr>
          <a:xfrm>
            <a:off x="231638" y="-33230"/>
            <a:ext cx="603616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00" dirty="0"/>
              <a:t>Coding Sequence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CEEEC54-6ADD-404E-1D3B-916493B4B0C2}"/>
              </a:ext>
            </a:extLst>
          </p:cNvPr>
          <p:cNvSpPr txBox="1"/>
          <p:nvPr/>
        </p:nvSpPr>
        <p:spPr>
          <a:xfrm>
            <a:off x="1185343" y="-30304"/>
            <a:ext cx="603616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00" dirty="0"/>
              <a:t>Promoter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1AAE5BC5-C73C-5597-1A24-58D9E38CC940}"/>
              </a:ext>
            </a:extLst>
          </p:cNvPr>
          <p:cNvSpPr txBox="1"/>
          <p:nvPr/>
        </p:nvSpPr>
        <p:spPr>
          <a:xfrm>
            <a:off x="1185343" y="395919"/>
            <a:ext cx="603616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00" dirty="0"/>
              <a:t>Promoter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1D3191D8-0B15-A542-066E-677D3F87DDA1}"/>
              </a:ext>
            </a:extLst>
          </p:cNvPr>
          <p:cNvSpPr txBox="1"/>
          <p:nvPr/>
        </p:nvSpPr>
        <p:spPr>
          <a:xfrm>
            <a:off x="1185343" y="812496"/>
            <a:ext cx="603616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00" dirty="0"/>
              <a:t>Promoter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20DBB1-9817-DF2D-5F68-8FFD5FB4E3A5}"/>
              </a:ext>
            </a:extLst>
          </p:cNvPr>
          <p:cNvSpPr txBox="1"/>
          <p:nvPr/>
        </p:nvSpPr>
        <p:spPr>
          <a:xfrm>
            <a:off x="231638" y="385762"/>
            <a:ext cx="603616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00" dirty="0"/>
              <a:t>Coding Sequence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602664-2627-66DE-C643-6EE0804E57C5}"/>
              </a:ext>
            </a:extLst>
          </p:cNvPr>
          <p:cNvSpPr txBox="1"/>
          <p:nvPr/>
        </p:nvSpPr>
        <p:spPr>
          <a:xfrm>
            <a:off x="231638" y="812496"/>
            <a:ext cx="603616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00" dirty="0"/>
              <a:t>Coding Sequence</a:t>
            </a:r>
          </a:p>
        </p:txBody>
      </p:sp>
    </p:spTree>
    <p:extLst>
      <p:ext uri="{BB962C8B-B14F-4D97-AF65-F5344CB8AC3E}">
        <p14:creationId xmlns:p14="http://schemas.microsoft.com/office/powerpoint/2010/main" val="832017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</TotalTime>
  <Words>12</Words>
  <Application>Microsoft Macintosh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RAMESH, Arunkumar (SALISBURY NHS FOUNDATION TRUST)</dc:creator>
  <cp:lastModifiedBy>RAMESH, Arunkumar (SALISBURY NHS FOUNDATION TRUST)</cp:lastModifiedBy>
  <cp:revision>17</cp:revision>
  <dcterms:created xsi:type="dcterms:W3CDTF">2026-04-27T19:37:35Z</dcterms:created>
  <dcterms:modified xsi:type="dcterms:W3CDTF">2026-05-07T09:57:26Z</dcterms:modified>
</cp:coreProperties>
</file>