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notesMasterIdLst>
    <p:notesMasterId r:id="rId3"/>
  </p:notesMasterIdLst>
  <p:sldIdLst>
    <p:sldId id="256" r:id="rId2"/>
  </p:sldIdLst>
  <p:sldSz cx="2879725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34"/>
    <p:restoredTop sz="94605"/>
  </p:normalViewPr>
  <p:slideViewPr>
    <p:cSldViewPr snapToGrid="0">
      <p:cViewPr>
        <p:scale>
          <a:sx n="322" d="100"/>
          <a:sy n="322" d="100"/>
        </p:scale>
        <p:origin x="131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73D0F-7418-2C41-8FFD-1A69EA8022D2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19099-0733-A847-A759-6C9B4AF6D03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431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85800" y="1143000"/>
            <a:ext cx="8229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19099-0733-A847-A759-6C9B4AF6D033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737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6" y="176668"/>
            <a:ext cx="2159794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566988"/>
            <a:ext cx="2159794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450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944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269125"/>
            <a:ext cx="2483763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722415"/>
            <a:ext cx="2483763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511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287367"/>
            <a:ext cx="1223883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287367"/>
            <a:ext cx="1223883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35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57474"/>
            <a:ext cx="2483763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264627"/>
            <a:ext cx="1218259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394318"/>
            <a:ext cx="121825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264627"/>
            <a:ext cx="122425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394318"/>
            <a:ext cx="122425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590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718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606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1967"/>
            <a:ext cx="928786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155428"/>
            <a:ext cx="1457861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323850"/>
            <a:ext cx="928786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453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1967"/>
            <a:ext cx="928786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155428"/>
            <a:ext cx="1457861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323850"/>
            <a:ext cx="928786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650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574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57474"/>
            <a:ext cx="620941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57474"/>
            <a:ext cx="182682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009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57474"/>
            <a:ext cx="2483763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287367"/>
            <a:ext cx="2483763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1000537"/>
            <a:ext cx="64793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28.04.26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000537"/>
            <a:ext cx="97190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000537"/>
            <a:ext cx="64793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000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B0F6468-DB6C-C137-3C2F-36FC0CB15993}"/>
              </a:ext>
            </a:extLst>
          </p:cNvPr>
          <p:cNvSpPr txBox="1"/>
          <p:nvPr/>
        </p:nvSpPr>
        <p:spPr>
          <a:xfrm>
            <a:off x="-15577" y="-19145"/>
            <a:ext cx="1719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E9CE8-C51F-64C1-ACB5-6E23995EFD63}"/>
              </a:ext>
            </a:extLst>
          </p:cNvPr>
          <p:cNvSpPr txBox="1"/>
          <p:nvPr/>
        </p:nvSpPr>
        <p:spPr>
          <a:xfrm>
            <a:off x="1630789" y="-36798"/>
            <a:ext cx="1719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64D18E-893E-3AA9-4DA3-A03188D01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753" y="35119"/>
            <a:ext cx="1193578" cy="1044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2321CF-320F-5042-AED4-08CC41BDE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" y="84059"/>
            <a:ext cx="1708517" cy="97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3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11</cp:revision>
  <dcterms:created xsi:type="dcterms:W3CDTF">2026-04-27T19:37:35Z</dcterms:created>
  <dcterms:modified xsi:type="dcterms:W3CDTF">2026-04-28T13:29:04Z</dcterms:modified>
</cp:coreProperties>
</file>