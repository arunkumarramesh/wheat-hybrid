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6" r:id="rId1"/>
  </p:sldMasterIdLst>
  <p:notesMasterIdLst>
    <p:notesMasterId r:id="rId3"/>
  </p:notesMasterIdLst>
  <p:sldIdLst>
    <p:sldId id="280" r:id="rId2"/>
  </p:sldIdLst>
  <p:sldSz cx="1943100" cy="17287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3"/>
    <p:restoredTop sz="94686"/>
  </p:normalViewPr>
  <p:slideViewPr>
    <p:cSldViewPr snapToGrid="0">
      <p:cViewPr varScale="1">
        <p:scale>
          <a:sx n="400" d="100"/>
          <a:sy n="400" d="100"/>
        </p:scale>
        <p:origin x="19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CFC23-F338-EB41-8653-4316F1EF48B5}" type="datetimeFigureOut">
              <a:rPr lang="en-DE" smtClean="0"/>
              <a:t>12.05.26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95450" y="1143000"/>
            <a:ext cx="3467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7636C-B006-8E47-A161-B8C06667ED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8302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4066" rtl="0" eaLnBrk="1" latinLnBrk="0" hangingPunct="1">
      <a:defRPr sz="189" kern="1200">
        <a:solidFill>
          <a:schemeClr val="tx1"/>
        </a:solidFill>
        <a:latin typeface="+mn-lt"/>
        <a:ea typeface="+mn-ea"/>
        <a:cs typeface="+mn-cs"/>
      </a:defRPr>
    </a:lvl1pPr>
    <a:lvl2pPr marL="72032" algn="l" defTabSz="144066" rtl="0" eaLnBrk="1" latinLnBrk="0" hangingPunct="1">
      <a:defRPr sz="189" kern="1200">
        <a:solidFill>
          <a:schemeClr val="tx1"/>
        </a:solidFill>
        <a:latin typeface="+mn-lt"/>
        <a:ea typeface="+mn-ea"/>
        <a:cs typeface="+mn-cs"/>
      </a:defRPr>
    </a:lvl2pPr>
    <a:lvl3pPr marL="144066" algn="l" defTabSz="144066" rtl="0" eaLnBrk="1" latinLnBrk="0" hangingPunct="1">
      <a:defRPr sz="189" kern="1200">
        <a:solidFill>
          <a:schemeClr val="tx1"/>
        </a:solidFill>
        <a:latin typeface="+mn-lt"/>
        <a:ea typeface="+mn-ea"/>
        <a:cs typeface="+mn-cs"/>
      </a:defRPr>
    </a:lvl3pPr>
    <a:lvl4pPr marL="216097" algn="l" defTabSz="144066" rtl="0" eaLnBrk="1" latinLnBrk="0" hangingPunct="1">
      <a:defRPr sz="189" kern="1200">
        <a:solidFill>
          <a:schemeClr val="tx1"/>
        </a:solidFill>
        <a:latin typeface="+mn-lt"/>
        <a:ea typeface="+mn-ea"/>
        <a:cs typeface="+mn-cs"/>
      </a:defRPr>
    </a:lvl4pPr>
    <a:lvl5pPr marL="288130" algn="l" defTabSz="144066" rtl="0" eaLnBrk="1" latinLnBrk="0" hangingPunct="1">
      <a:defRPr sz="189" kern="1200">
        <a:solidFill>
          <a:schemeClr val="tx1"/>
        </a:solidFill>
        <a:latin typeface="+mn-lt"/>
        <a:ea typeface="+mn-ea"/>
        <a:cs typeface="+mn-cs"/>
      </a:defRPr>
    </a:lvl5pPr>
    <a:lvl6pPr marL="360162" algn="l" defTabSz="144066" rtl="0" eaLnBrk="1" latinLnBrk="0" hangingPunct="1">
      <a:defRPr sz="189" kern="1200">
        <a:solidFill>
          <a:schemeClr val="tx1"/>
        </a:solidFill>
        <a:latin typeface="+mn-lt"/>
        <a:ea typeface="+mn-ea"/>
        <a:cs typeface="+mn-cs"/>
      </a:defRPr>
    </a:lvl6pPr>
    <a:lvl7pPr marL="432195" algn="l" defTabSz="144066" rtl="0" eaLnBrk="1" latinLnBrk="0" hangingPunct="1">
      <a:defRPr sz="189" kern="1200">
        <a:solidFill>
          <a:schemeClr val="tx1"/>
        </a:solidFill>
        <a:latin typeface="+mn-lt"/>
        <a:ea typeface="+mn-ea"/>
        <a:cs typeface="+mn-cs"/>
      </a:defRPr>
    </a:lvl7pPr>
    <a:lvl8pPr marL="504227" algn="l" defTabSz="144066" rtl="0" eaLnBrk="1" latinLnBrk="0" hangingPunct="1">
      <a:defRPr sz="189" kern="1200">
        <a:solidFill>
          <a:schemeClr val="tx1"/>
        </a:solidFill>
        <a:latin typeface="+mn-lt"/>
        <a:ea typeface="+mn-ea"/>
        <a:cs typeface="+mn-cs"/>
      </a:defRPr>
    </a:lvl8pPr>
    <a:lvl9pPr marL="576259" algn="l" defTabSz="144066" rtl="0" eaLnBrk="1" latinLnBrk="0" hangingPunct="1">
      <a:defRPr sz="18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5450" y="1143000"/>
            <a:ext cx="3467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Main plot 1)</a:t>
            </a:r>
          </a:p>
          <a:p>
            <a:endParaRPr lang="en-DE" dirty="0"/>
          </a:p>
          <a:p>
            <a:r>
              <a:rPr lang="en-DE" dirty="0"/>
              <a:t>From CS ref,</a:t>
            </a:r>
          </a:p>
          <a:p>
            <a:endParaRPr lang="en-DE" dirty="0"/>
          </a:p>
          <a:p>
            <a:r>
              <a:rPr lang="en-GB" dirty="0"/>
              <a:t>T</a:t>
            </a:r>
            <a:r>
              <a:rPr lang="en-DE" dirty="0"/>
              <a:t>op left: transcriptome PCA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</a:t>
            </a:r>
            <a:r>
              <a:rPr lang="en-DE" dirty="0"/>
              <a:t>op right: genotype PCA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E" dirty="0"/>
              <a:t>Bottom left: Venn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</a:t>
            </a:r>
            <a:r>
              <a:rPr lang="en-DE" dirty="0"/>
              <a:t>op right: Go analysis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</a:t>
            </a:r>
            <a:r>
              <a:rPr lang="en-DE" dirty="0"/>
              <a:t>f splitting the venn up, there are the numbers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all.CSvP</a:t>
            </a:r>
            <a:r>
              <a:rPr lang="en-GB" dirty="0"/>
              <a:t>[</a:t>
            </a:r>
            <a:r>
              <a:rPr lang="en-GB" dirty="0" err="1"/>
              <a:t>all.CSvP$adj.P.Val</a:t>
            </a:r>
            <a:r>
              <a:rPr lang="en-GB" dirty="0"/>
              <a:t> &lt; 0.05 &amp; </a:t>
            </a:r>
            <a:r>
              <a:rPr lang="en-GB" dirty="0" err="1"/>
              <a:t>all.CSvP</a:t>
            </a:r>
            <a:r>
              <a:rPr lang="en-GB" dirty="0"/>
              <a:t> &gt; 0.58 &amp; </a:t>
            </a:r>
            <a:r>
              <a:rPr lang="en-GB" dirty="0" err="1"/>
              <a:t>all.CS_PvCSxP$adj.P.Val</a:t>
            </a:r>
            <a:r>
              <a:rPr lang="en-GB" dirty="0"/>
              <a:t> &lt; 0.05 &amp; </a:t>
            </a:r>
            <a:r>
              <a:rPr lang="en-GB" dirty="0" err="1"/>
              <a:t>all.CS_PvCSxP$logFC</a:t>
            </a:r>
            <a:r>
              <a:rPr lang="en-GB" dirty="0"/>
              <a:t> &gt; 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3030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all.CSvP</a:t>
            </a:r>
            <a:r>
              <a:rPr lang="en-GB" dirty="0"/>
              <a:t>[</a:t>
            </a:r>
            <a:r>
              <a:rPr lang="en-GB" dirty="0" err="1"/>
              <a:t>all.CSvP$adj.P.Val</a:t>
            </a:r>
            <a:r>
              <a:rPr lang="en-GB" dirty="0"/>
              <a:t> &lt; 0.05 &amp; </a:t>
            </a:r>
            <a:r>
              <a:rPr lang="en-GB" dirty="0" err="1"/>
              <a:t>all.CSvP</a:t>
            </a:r>
            <a:r>
              <a:rPr lang="en-GB" dirty="0"/>
              <a:t> &lt; -0.58 &amp; </a:t>
            </a:r>
            <a:r>
              <a:rPr lang="en-GB" dirty="0" err="1"/>
              <a:t>all.CS_PvCSxP$adj.P.Val</a:t>
            </a:r>
            <a:r>
              <a:rPr lang="en-GB" dirty="0"/>
              <a:t> &lt; 0.05 &amp; </a:t>
            </a:r>
            <a:r>
              <a:rPr lang="en-GB" dirty="0" err="1"/>
              <a:t>all.CS_PvCSxP$logFC</a:t>
            </a:r>
            <a:r>
              <a:rPr lang="en-GB" dirty="0"/>
              <a:t> &lt; -0.58,])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630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all.CSvP</a:t>
            </a:r>
            <a:r>
              <a:rPr lang="en-GB" dirty="0"/>
              <a:t>[</a:t>
            </a:r>
            <a:r>
              <a:rPr lang="en-GB" dirty="0" err="1"/>
              <a:t>all.CSvP$adj.P.Val</a:t>
            </a:r>
            <a:r>
              <a:rPr lang="en-GB" dirty="0"/>
              <a:t> &lt; 0.05 &amp; </a:t>
            </a:r>
            <a:r>
              <a:rPr lang="en-GB" dirty="0" err="1"/>
              <a:t>all.CSvP</a:t>
            </a:r>
            <a:r>
              <a:rPr lang="en-GB" dirty="0"/>
              <a:t> &gt; 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7579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all.CSvP</a:t>
            </a:r>
            <a:r>
              <a:rPr lang="en-GB" dirty="0"/>
              <a:t>[</a:t>
            </a:r>
            <a:r>
              <a:rPr lang="en-GB" dirty="0" err="1"/>
              <a:t>all.CSvP$adj.P.Val</a:t>
            </a:r>
            <a:r>
              <a:rPr lang="en-GB" dirty="0"/>
              <a:t> &lt; 0.05 &amp; </a:t>
            </a:r>
            <a:r>
              <a:rPr lang="en-GB" dirty="0" err="1"/>
              <a:t>all.CSvP</a:t>
            </a:r>
            <a:r>
              <a:rPr lang="en-GB" dirty="0"/>
              <a:t> &lt; -0.58,])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3027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all.CS_PvCSxP</a:t>
            </a:r>
            <a:r>
              <a:rPr lang="en-GB" dirty="0"/>
              <a:t>[</a:t>
            </a:r>
            <a:r>
              <a:rPr lang="en-GB" dirty="0" err="1"/>
              <a:t>all.CS_PvCSxP$adj.P.Val</a:t>
            </a:r>
            <a:r>
              <a:rPr lang="en-GB" dirty="0"/>
              <a:t> &lt; 0.05 &amp; </a:t>
            </a:r>
            <a:r>
              <a:rPr lang="en-GB" dirty="0" err="1"/>
              <a:t>all.CS_PvCSxP$logFC</a:t>
            </a:r>
            <a:r>
              <a:rPr lang="en-GB" dirty="0"/>
              <a:t> &gt; 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8045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all.CS_PvCSxP</a:t>
            </a:r>
            <a:r>
              <a:rPr lang="en-GB" dirty="0"/>
              <a:t>[</a:t>
            </a:r>
            <a:r>
              <a:rPr lang="en-GB" dirty="0" err="1"/>
              <a:t>all.CS_PvCSxP$adj.P.Val</a:t>
            </a:r>
            <a:r>
              <a:rPr lang="en-GB" dirty="0"/>
              <a:t> &lt; 0.05 &amp; </a:t>
            </a:r>
            <a:r>
              <a:rPr lang="en-GB" dirty="0" err="1"/>
              <a:t>all.CS_PvCSxP$logFC</a:t>
            </a:r>
            <a:r>
              <a:rPr lang="en-GB" dirty="0"/>
              <a:t> &lt; -0.58,])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6568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&gt; </a:t>
            </a:r>
            <a:r>
              <a:rPr lang="en-GB" dirty="0" err="1"/>
              <a:t>nrow</a:t>
            </a:r>
            <a:r>
              <a:rPr lang="en-GB" dirty="0"/>
              <a:t>(</a:t>
            </a:r>
            <a:r>
              <a:rPr lang="en-GB" dirty="0" err="1"/>
              <a:t>all.CSvP</a:t>
            </a:r>
            <a:r>
              <a:rPr lang="en-GB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[1] 35464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E" dirty="0"/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8473D-6385-394A-B5E2-7D1906D53F94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71893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5733" y="282929"/>
            <a:ext cx="1651635" cy="601874"/>
          </a:xfrm>
        </p:spPr>
        <p:txBody>
          <a:bodyPr anchor="b"/>
          <a:lstStyle>
            <a:lvl1pPr algn="ctr">
              <a:defRPr sz="127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88" y="908014"/>
            <a:ext cx="1457325" cy="417390"/>
          </a:xfrm>
        </p:spPr>
        <p:txBody>
          <a:bodyPr/>
          <a:lstStyle>
            <a:lvl1pPr marL="0" indent="0" algn="ctr">
              <a:buNone/>
              <a:defRPr sz="510"/>
            </a:lvl1pPr>
            <a:lvl2pPr marL="97155" indent="0" algn="ctr">
              <a:buNone/>
              <a:defRPr sz="425"/>
            </a:lvl2pPr>
            <a:lvl3pPr marL="194310" indent="0" algn="ctr">
              <a:buNone/>
              <a:defRPr sz="383"/>
            </a:lvl3pPr>
            <a:lvl4pPr marL="291465" indent="0" algn="ctr">
              <a:buNone/>
              <a:defRPr sz="340"/>
            </a:lvl4pPr>
            <a:lvl5pPr marL="388620" indent="0" algn="ctr">
              <a:buNone/>
              <a:defRPr sz="340"/>
            </a:lvl5pPr>
            <a:lvl6pPr marL="485775" indent="0" algn="ctr">
              <a:buNone/>
              <a:defRPr sz="340"/>
            </a:lvl6pPr>
            <a:lvl7pPr marL="582930" indent="0" algn="ctr">
              <a:buNone/>
              <a:defRPr sz="340"/>
            </a:lvl7pPr>
            <a:lvl8pPr marL="680085" indent="0" algn="ctr">
              <a:buNone/>
              <a:defRPr sz="340"/>
            </a:lvl8pPr>
            <a:lvl9pPr marL="777240" indent="0" algn="ctr">
              <a:buNone/>
              <a:defRPr sz="34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12.05.26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44742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12.05.26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61545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76" y="430997"/>
            <a:ext cx="1675924" cy="719128"/>
          </a:xfrm>
        </p:spPr>
        <p:txBody>
          <a:bodyPr anchor="b"/>
          <a:lstStyle>
            <a:lvl1pPr>
              <a:defRPr sz="127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576" y="1156928"/>
            <a:ext cx="1675924" cy="378172"/>
          </a:xfrm>
        </p:spPr>
        <p:txBody>
          <a:bodyPr/>
          <a:lstStyle>
            <a:lvl1pPr marL="0" indent="0">
              <a:buNone/>
              <a:defRPr sz="510">
                <a:solidFill>
                  <a:schemeClr val="tx1">
                    <a:tint val="82000"/>
                  </a:schemeClr>
                </a:solidFill>
              </a:defRPr>
            </a:lvl1pPr>
            <a:lvl2pPr marL="97155" indent="0">
              <a:buNone/>
              <a:defRPr sz="425">
                <a:solidFill>
                  <a:schemeClr val="tx1">
                    <a:tint val="82000"/>
                  </a:schemeClr>
                </a:solidFill>
              </a:defRPr>
            </a:lvl2pPr>
            <a:lvl3pPr marL="194310" indent="0">
              <a:buNone/>
              <a:defRPr sz="383">
                <a:solidFill>
                  <a:schemeClr val="tx1">
                    <a:tint val="82000"/>
                  </a:schemeClr>
                </a:solidFill>
              </a:defRPr>
            </a:lvl3pPr>
            <a:lvl4pPr marL="291465" indent="0">
              <a:buNone/>
              <a:defRPr sz="340">
                <a:solidFill>
                  <a:schemeClr val="tx1">
                    <a:tint val="82000"/>
                  </a:schemeClr>
                </a:solidFill>
              </a:defRPr>
            </a:lvl4pPr>
            <a:lvl5pPr marL="388620" indent="0">
              <a:buNone/>
              <a:defRPr sz="340">
                <a:solidFill>
                  <a:schemeClr val="tx1">
                    <a:tint val="82000"/>
                  </a:schemeClr>
                </a:solidFill>
              </a:defRPr>
            </a:lvl5pPr>
            <a:lvl6pPr marL="485775" indent="0">
              <a:buNone/>
              <a:defRPr sz="340">
                <a:solidFill>
                  <a:schemeClr val="tx1">
                    <a:tint val="82000"/>
                  </a:schemeClr>
                </a:solidFill>
              </a:defRPr>
            </a:lvl6pPr>
            <a:lvl7pPr marL="582930" indent="0">
              <a:buNone/>
              <a:defRPr sz="340">
                <a:solidFill>
                  <a:schemeClr val="tx1">
                    <a:tint val="82000"/>
                  </a:schemeClr>
                </a:solidFill>
              </a:defRPr>
            </a:lvl7pPr>
            <a:lvl8pPr marL="680085" indent="0">
              <a:buNone/>
              <a:defRPr sz="340">
                <a:solidFill>
                  <a:schemeClr val="tx1">
                    <a:tint val="82000"/>
                  </a:schemeClr>
                </a:solidFill>
              </a:defRPr>
            </a:lvl8pPr>
            <a:lvl9pPr marL="777240" indent="0">
              <a:buNone/>
              <a:defRPr sz="3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12.05.26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76411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3588" y="460210"/>
            <a:ext cx="825818" cy="10969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3694" y="460210"/>
            <a:ext cx="825818" cy="10969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12.05.26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52941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841" y="92043"/>
            <a:ext cx="1675924" cy="33415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842" y="423793"/>
            <a:ext cx="822022" cy="207695"/>
          </a:xfrm>
        </p:spPr>
        <p:txBody>
          <a:bodyPr anchor="b"/>
          <a:lstStyle>
            <a:lvl1pPr marL="0" indent="0">
              <a:buNone/>
              <a:defRPr sz="510" b="1"/>
            </a:lvl1pPr>
            <a:lvl2pPr marL="97155" indent="0">
              <a:buNone/>
              <a:defRPr sz="425" b="1"/>
            </a:lvl2pPr>
            <a:lvl3pPr marL="194310" indent="0">
              <a:buNone/>
              <a:defRPr sz="383" b="1"/>
            </a:lvl3pPr>
            <a:lvl4pPr marL="291465" indent="0">
              <a:buNone/>
              <a:defRPr sz="340" b="1"/>
            </a:lvl4pPr>
            <a:lvl5pPr marL="388620" indent="0">
              <a:buNone/>
              <a:defRPr sz="340" b="1"/>
            </a:lvl5pPr>
            <a:lvl6pPr marL="485775" indent="0">
              <a:buNone/>
              <a:defRPr sz="340" b="1"/>
            </a:lvl6pPr>
            <a:lvl7pPr marL="582930" indent="0">
              <a:buNone/>
              <a:defRPr sz="340" b="1"/>
            </a:lvl7pPr>
            <a:lvl8pPr marL="680085" indent="0">
              <a:buNone/>
              <a:defRPr sz="340" b="1"/>
            </a:lvl8pPr>
            <a:lvl9pPr marL="777240" indent="0">
              <a:buNone/>
              <a:defRPr sz="3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3842" y="631488"/>
            <a:ext cx="822022" cy="9288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3694" y="423793"/>
            <a:ext cx="826071" cy="207695"/>
          </a:xfrm>
        </p:spPr>
        <p:txBody>
          <a:bodyPr anchor="b"/>
          <a:lstStyle>
            <a:lvl1pPr marL="0" indent="0">
              <a:buNone/>
              <a:defRPr sz="510" b="1"/>
            </a:lvl1pPr>
            <a:lvl2pPr marL="97155" indent="0">
              <a:buNone/>
              <a:defRPr sz="425" b="1"/>
            </a:lvl2pPr>
            <a:lvl3pPr marL="194310" indent="0">
              <a:buNone/>
              <a:defRPr sz="383" b="1"/>
            </a:lvl3pPr>
            <a:lvl4pPr marL="291465" indent="0">
              <a:buNone/>
              <a:defRPr sz="340" b="1"/>
            </a:lvl4pPr>
            <a:lvl5pPr marL="388620" indent="0">
              <a:buNone/>
              <a:defRPr sz="340" b="1"/>
            </a:lvl5pPr>
            <a:lvl6pPr marL="485775" indent="0">
              <a:buNone/>
              <a:defRPr sz="340" b="1"/>
            </a:lvl6pPr>
            <a:lvl7pPr marL="582930" indent="0">
              <a:buNone/>
              <a:defRPr sz="340" b="1"/>
            </a:lvl7pPr>
            <a:lvl8pPr marL="680085" indent="0">
              <a:buNone/>
              <a:defRPr sz="340" b="1"/>
            </a:lvl8pPr>
            <a:lvl9pPr marL="777240" indent="0">
              <a:buNone/>
              <a:defRPr sz="3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83694" y="631488"/>
            <a:ext cx="826071" cy="9288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12.05.26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54749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12.05.26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72042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12.05.26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46576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841" y="115252"/>
            <a:ext cx="626700" cy="403384"/>
          </a:xfrm>
        </p:spPr>
        <p:txBody>
          <a:bodyPr anchor="b"/>
          <a:lstStyle>
            <a:lvl1pPr>
              <a:defRPr sz="6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6071" y="248914"/>
            <a:ext cx="983694" cy="1228560"/>
          </a:xfrm>
        </p:spPr>
        <p:txBody>
          <a:bodyPr/>
          <a:lstStyle>
            <a:lvl1pPr>
              <a:defRPr sz="680"/>
            </a:lvl1pPr>
            <a:lvl2pPr>
              <a:defRPr sz="595"/>
            </a:lvl2pPr>
            <a:lvl3pPr>
              <a:defRPr sz="510"/>
            </a:lvl3pPr>
            <a:lvl4pPr>
              <a:defRPr sz="425"/>
            </a:lvl4pPr>
            <a:lvl5pPr>
              <a:defRPr sz="425"/>
            </a:lvl5pPr>
            <a:lvl6pPr>
              <a:defRPr sz="425"/>
            </a:lvl6pPr>
            <a:lvl7pPr>
              <a:defRPr sz="425"/>
            </a:lvl7pPr>
            <a:lvl8pPr>
              <a:defRPr sz="425"/>
            </a:lvl8pPr>
            <a:lvl9pPr>
              <a:defRPr sz="42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841" y="518636"/>
            <a:ext cx="626700" cy="960838"/>
          </a:xfrm>
        </p:spPr>
        <p:txBody>
          <a:bodyPr/>
          <a:lstStyle>
            <a:lvl1pPr marL="0" indent="0">
              <a:buNone/>
              <a:defRPr sz="340"/>
            </a:lvl1pPr>
            <a:lvl2pPr marL="97155" indent="0">
              <a:buNone/>
              <a:defRPr sz="298"/>
            </a:lvl2pPr>
            <a:lvl3pPr marL="194310" indent="0">
              <a:buNone/>
              <a:defRPr sz="255"/>
            </a:lvl3pPr>
            <a:lvl4pPr marL="291465" indent="0">
              <a:buNone/>
              <a:defRPr sz="213"/>
            </a:lvl4pPr>
            <a:lvl5pPr marL="388620" indent="0">
              <a:buNone/>
              <a:defRPr sz="213"/>
            </a:lvl5pPr>
            <a:lvl6pPr marL="485775" indent="0">
              <a:buNone/>
              <a:defRPr sz="213"/>
            </a:lvl6pPr>
            <a:lvl7pPr marL="582930" indent="0">
              <a:buNone/>
              <a:defRPr sz="213"/>
            </a:lvl7pPr>
            <a:lvl8pPr marL="680085" indent="0">
              <a:buNone/>
              <a:defRPr sz="213"/>
            </a:lvl8pPr>
            <a:lvl9pPr marL="777240" indent="0">
              <a:buNone/>
              <a:defRPr sz="21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12.05.26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16175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841" y="115252"/>
            <a:ext cx="626700" cy="403384"/>
          </a:xfrm>
        </p:spPr>
        <p:txBody>
          <a:bodyPr anchor="b"/>
          <a:lstStyle>
            <a:lvl1pPr>
              <a:defRPr sz="6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6071" y="248914"/>
            <a:ext cx="983694" cy="1228560"/>
          </a:xfrm>
        </p:spPr>
        <p:txBody>
          <a:bodyPr anchor="t"/>
          <a:lstStyle>
            <a:lvl1pPr marL="0" indent="0">
              <a:buNone/>
              <a:defRPr sz="680"/>
            </a:lvl1pPr>
            <a:lvl2pPr marL="97155" indent="0">
              <a:buNone/>
              <a:defRPr sz="595"/>
            </a:lvl2pPr>
            <a:lvl3pPr marL="194310" indent="0">
              <a:buNone/>
              <a:defRPr sz="510"/>
            </a:lvl3pPr>
            <a:lvl4pPr marL="291465" indent="0">
              <a:buNone/>
              <a:defRPr sz="425"/>
            </a:lvl4pPr>
            <a:lvl5pPr marL="388620" indent="0">
              <a:buNone/>
              <a:defRPr sz="425"/>
            </a:lvl5pPr>
            <a:lvl6pPr marL="485775" indent="0">
              <a:buNone/>
              <a:defRPr sz="425"/>
            </a:lvl6pPr>
            <a:lvl7pPr marL="582930" indent="0">
              <a:buNone/>
              <a:defRPr sz="425"/>
            </a:lvl7pPr>
            <a:lvl8pPr marL="680085" indent="0">
              <a:buNone/>
              <a:defRPr sz="425"/>
            </a:lvl8pPr>
            <a:lvl9pPr marL="777240" indent="0">
              <a:buNone/>
              <a:defRPr sz="4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841" y="518636"/>
            <a:ext cx="626700" cy="960838"/>
          </a:xfrm>
        </p:spPr>
        <p:txBody>
          <a:bodyPr/>
          <a:lstStyle>
            <a:lvl1pPr marL="0" indent="0">
              <a:buNone/>
              <a:defRPr sz="340"/>
            </a:lvl1pPr>
            <a:lvl2pPr marL="97155" indent="0">
              <a:buNone/>
              <a:defRPr sz="298"/>
            </a:lvl2pPr>
            <a:lvl3pPr marL="194310" indent="0">
              <a:buNone/>
              <a:defRPr sz="255"/>
            </a:lvl3pPr>
            <a:lvl4pPr marL="291465" indent="0">
              <a:buNone/>
              <a:defRPr sz="213"/>
            </a:lvl4pPr>
            <a:lvl5pPr marL="388620" indent="0">
              <a:buNone/>
              <a:defRPr sz="213"/>
            </a:lvl5pPr>
            <a:lvl6pPr marL="485775" indent="0">
              <a:buNone/>
              <a:defRPr sz="213"/>
            </a:lvl6pPr>
            <a:lvl7pPr marL="582930" indent="0">
              <a:buNone/>
              <a:defRPr sz="213"/>
            </a:lvl7pPr>
            <a:lvl8pPr marL="680085" indent="0">
              <a:buNone/>
              <a:defRPr sz="213"/>
            </a:lvl8pPr>
            <a:lvl9pPr marL="777240" indent="0">
              <a:buNone/>
              <a:defRPr sz="21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12.05.26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31282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12.05.26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11432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90531" y="92042"/>
            <a:ext cx="418981" cy="146506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3588" y="92042"/>
            <a:ext cx="1232654" cy="146506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12.05.26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3631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3588" y="92043"/>
            <a:ext cx="1675924" cy="334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588" y="460210"/>
            <a:ext cx="1675924" cy="1096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3588" y="1602331"/>
            <a:ext cx="437198" cy="920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FBDB8-36C6-4744-999D-C99C2C96D370}" type="datetimeFigureOut">
              <a:rPr lang="en-DE" smtClean="0"/>
              <a:t>12.05.26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3652" y="1602331"/>
            <a:ext cx="655796" cy="920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72314" y="1602331"/>
            <a:ext cx="437198" cy="920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73712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194310" rtl="0" eaLnBrk="1" latinLnBrk="0" hangingPunct="1">
        <a:lnSpc>
          <a:spcPct val="90000"/>
        </a:lnSpc>
        <a:spcBef>
          <a:spcPct val="0"/>
        </a:spcBef>
        <a:buNone/>
        <a:defRPr sz="9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578" indent="-48578" algn="l" defTabSz="194310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595" kern="1200">
          <a:solidFill>
            <a:schemeClr val="tx1"/>
          </a:solidFill>
          <a:latin typeface="+mn-lt"/>
          <a:ea typeface="+mn-ea"/>
          <a:cs typeface="+mn-cs"/>
        </a:defRPr>
      </a:lvl1pPr>
      <a:lvl2pPr marL="145733" indent="-48578" algn="l" defTabSz="194310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510" kern="1200">
          <a:solidFill>
            <a:schemeClr val="tx1"/>
          </a:solidFill>
          <a:latin typeface="+mn-lt"/>
          <a:ea typeface="+mn-ea"/>
          <a:cs typeface="+mn-cs"/>
        </a:defRPr>
      </a:lvl2pPr>
      <a:lvl3pPr marL="242888" indent="-48578" algn="l" defTabSz="194310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3pPr>
      <a:lvl4pPr marL="340043" indent="-48578" algn="l" defTabSz="194310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4pPr>
      <a:lvl5pPr marL="437198" indent="-48578" algn="l" defTabSz="194310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5pPr>
      <a:lvl6pPr marL="534353" indent="-48578" algn="l" defTabSz="194310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6pPr>
      <a:lvl7pPr marL="631508" indent="-48578" algn="l" defTabSz="194310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7pPr>
      <a:lvl8pPr marL="728663" indent="-48578" algn="l" defTabSz="194310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8pPr>
      <a:lvl9pPr marL="825818" indent="-48578" algn="l" defTabSz="194310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4310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1pPr>
      <a:lvl2pPr marL="97155" algn="l" defTabSz="194310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2pPr>
      <a:lvl3pPr marL="194310" algn="l" defTabSz="194310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3pPr>
      <a:lvl4pPr marL="291465" algn="l" defTabSz="194310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4pPr>
      <a:lvl5pPr marL="388620" algn="l" defTabSz="194310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5pPr>
      <a:lvl6pPr marL="485775" algn="l" defTabSz="194310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6pPr>
      <a:lvl7pPr marL="582930" algn="l" defTabSz="194310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7pPr>
      <a:lvl8pPr marL="680085" algn="l" defTabSz="194310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" algn="l" defTabSz="194310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993D609-5C4B-CAC8-32B3-02A1C6E62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86" y="1091671"/>
            <a:ext cx="1102462" cy="62997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24BCB07-AD6A-EB7D-CD47-B833E70BF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9" y="26897"/>
            <a:ext cx="645831" cy="56510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E3F4D7E-0F9D-D1AE-E442-3FBC99DF0F15}"/>
              </a:ext>
            </a:extLst>
          </p:cNvPr>
          <p:cNvSpPr txBox="1"/>
          <p:nvPr/>
        </p:nvSpPr>
        <p:spPr>
          <a:xfrm>
            <a:off x="415327" y="1065045"/>
            <a:ext cx="4571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600" b="1" dirty="0"/>
              <a:t>C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F0877B7-3033-0592-1B18-6E40771058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80" y="26897"/>
            <a:ext cx="645831" cy="5651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8E95069-86F3-2352-C466-D438AE119F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2627" y="26897"/>
            <a:ext cx="645831" cy="56510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BCF256A-8C57-353A-4348-698B6CB70F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4811" y="582196"/>
            <a:ext cx="645832" cy="56510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3385D15-DF5E-E86A-2638-F2110B069D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980" y="582197"/>
            <a:ext cx="645832" cy="56510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AD5118E-7B3B-370F-CF7F-16F88D19FB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2" y="575380"/>
            <a:ext cx="645832" cy="56510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7D4A072-D70B-F67B-0EE9-BDD6B6DAED65}"/>
              </a:ext>
            </a:extLst>
          </p:cNvPr>
          <p:cNvSpPr txBox="1"/>
          <p:nvPr/>
        </p:nvSpPr>
        <p:spPr>
          <a:xfrm>
            <a:off x="1523" y="-49866"/>
            <a:ext cx="4571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600" b="1" dirty="0"/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977B2A-8B6B-F98C-0772-CDA47886438A}"/>
              </a:ext>
            </a:extLst>
          </p:cNvPr>
          <p:cNvSpPr txBox="1"/>
          <p:nvPr/>
        </p:nvSpPr>
        <p:spPr>
          <a:xfrm>
            <a:off x="-2973" y="512970"/>
            <a:ext cx="4571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6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135184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298</Words>
  <Application>Microsoft Macintosh PowerPoint</Application>
  <PresentationFormat>Custom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RAMESH, Arunkumar (SALISBURY NHS FOUNDATION TRUST)</dc:creator>
  <cp:lastModifiedBy>RAMESH, Arunkumar (SALISBURY NHS FOUNDATION TRUST)</cp:lastModifiedBy>
  <cp:revision>12</cp:revision>
  <dcterms:created xsi:type="dcterms:W3CDTF">2026-04-28T09:32:36Z</dcterms:created>
  <dcterms:modified xsi:type="dcterms:W3CDTF">2026-05-12T21:09:51Z</dcterms:modified>
</cp:coreProperties>
</file>