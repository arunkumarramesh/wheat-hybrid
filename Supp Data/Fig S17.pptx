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0" r:id="rId1"/>
  </p:sldMasterIdLst>
  <p:notesMasterIdLst>
    <p:notesMasterId r:id="rId3"/>
  </p:notesMasterIdLst>
  <p:sldIdLst>
    <p:sldId id="282" r:id="rId2"/>
  </p:sldIdLst>
  <p:sldSz cx="2952750" cy="9175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7"/>
    <p:restoredTop sz="94686"/>
  </p:normalViewPr>
  <p:slideViewPr>
    <p:cSldViewPr snapToGrid="0">
      <p:cViewPr varScale="1">
        <p:scale>
          <a:sx n="400" d="100"/>
          <a:sy n="400" d="100"/>
        </p:scale>
        <p:origin x="640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CFC23-F338-EB41-8653-4316F1EF48B5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536700" y="1143000"/>
            <a:ext cx="9931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47636C-B006-8E47-A161-B8C06667EDC6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8302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1pPr>
    <a:lvl2pPr marL="100289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2pPr>
    <a:lvl3pPr marL="200581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3pPr>
    <a:lvl4pPr marL="300869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4pPr>
    <a:lvl5pPr marL="401159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5pPr>
    <a:lvl6pPr marL="501449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6pPr>
    <a:lvl7pPr marL="601740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7pPr>
    <a:lvl8pPr marL="702030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8pPr>
    <a:lvl9pPr marL="802318" algn="l" defTabSz="200581" rtl="0" eaLnBrk="1" latinLnBrk="0" hangingPunct="1">
      <a:defRPr sz="26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536700" y="1143000"/>
            <a:ext cx="9931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47636C-B006-8E47-A161-B8C06667EDC6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60546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9094" y="150168"/>
            <a:ext cx="2214563" cy="319452"/>
          </a:xfrm>
        </p:spPr>
        <p:txBody>
          <a:bodyPr anchor="b"/>
          <a:lstStyle>
            <a:lvl1pPr algn="ctr">
              <a:defRPr sz="80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9094" y="481939"/>
            <a:ext cx="2214563" cy="221535"/>
          </a:xfrm>
        </p:spPr>
        <p:txBody>
          <a:bodyPr/>
          <a:lstStyle>
            <a:lvl1pPr marL="0" indent="0" algn="ctr">
              <a:buNone/>
              <a:defRPr sz="321"/>
            </a:lvl1pPr>
            <a:lvl2pPr marL="61173" indent="0" algn="ctr">
              <a:buNone/>
              <a:defRPr sz="268"/>
            </a:lvl2pPr>
            <a:lvl3pPr marL="122347" indent="0" algn="ctr">
              <a:buNone/>
              <a:defRPr sz="241"/>
            </a:lvl3pPr>
            <a:lvl4pPr marL="183520" indent="0" algn="ctr">
              <a:buNone/>
              <a:defRPr sz="214"/>
            </a:lvl4pPr>
            <a:lvl5pPr marL="244693" indent="0" algn="ctr">
              <a:buNone/>
              <a:defRPr sz="214"/>
            </a:lvl5pPr>
            <a:lvl6pPr marL="305867" indent="0" algn="ctr">
              <a:buNone/>
              <a:defRPr sz="214"/>
            </a:lvl6pPr>
            <a:lvl7pPr marL="367040" indent="0" algn="ctr">
              <a:buNone/>
              <a:defRPr sz="214"/>
            </a:lvl7pPr>
            <a:lvl8pPr marL="428214" indent="0" algn="ctr">
              <a:buNone/>
              <a:defRPr sz="214"/>
            </a:lvl8pPr>
            <a:lvl9pPr marL="489387" indent="0" algn="ctr">
              <a:buNone/>
              <a:defRPr sz="21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95650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28646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464" y="228757"/>
            <a:ext cx="2546747" cy="381686"/>
          </a:xfrm>
        </p:spPr>
        <p:txBody>
          <a:bodyPr anchor="b"/>
          <a:lstStyle>
            <a:lvl1pPr>
              <a:defRPr sz="80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64" y="614053"/>
            <a:ext cx="2546747" cy="200719"/>
          </a:xfrm>
        </p:spPr>
        <p:txBody>
          <a:bodyPr/>
          <a:lstStyle>
            <a:lvl1pPr marL="0" indent="0">
              <a:buNone/>
              <a:defRPr sz="321">
                <a:solidFill>
                  <a:schemeClr val="tx1">
                    <a:tint val="82000"/>
                  </a:schemeClr>
                </a:solidFill>
              </a:defRPr>
            </a:lvl1pPr>
            <a:lvl2pPr marL="61173" indent="0">
              <a:buNone/>
              <a:defRPr sz="268">
                <a:solidFill>
                  <a:schemeClr val="tx1">
                    <a:tint val="82000"/>
                  </a:schemeClr>
                </a:solidFill>
              </a:defRPr>
            </a:lvl2pPr>
            <a:lvl3pPr marL="122347" indent="0">
              <a:buNone/>
              <a:defRPr sz="241">
                <a:solidFill>
                  <a:schemeClr val="tx1">
                    <a:tint val="82000"/>
                  </a:schemeClr>
                </a:solidFill>
              </a:defRPr>
            </a:lvl3pPr>
            <a:lvl4pPr marL="183520" indent="0">
              <a:buNone/>
              <a:defRPr sz="214">
                <a:solidFill>
                  <a:schemeClr val="tx1">
                    <a:tint val="82000"/>
                  </a:schemeClr>
                </a:solidFill>
              </a:defRPr>
            </a:lvl4pPr>
            <a:lvl5pPr marL="244693" indent="0">
              <a:buNone/>
              <a:defRPr sz="214">
                <a:solidFill>
                  <a:schemeClr val="tx1">
                    <a:tint val="82000"/>
                  </a:schemeClr>
                </a:solidFill>
              </a:defRPr>
            </a:lvl5pPr>
            <a:lvl6pPr marL="305867" indent="0">
              <a:buNone/>
              <a:defRPr sz="214">
                <a:solidFill>
                  <a:schemeClr val="tx1">
                    <a:tint val="82000"/>
                  </a:schemeClr>
                </a:solidFill>
              </a:defRPr>
            </a:lvl6pPr>
            <a:lvl7pPr marL="367040" indent="0">
              <a:buNone/>
              <a:defRPr sz="214">
                <a:solidFill>
                  <a:schemeClr val="tx1">
                    <a:tint val="82000"/>
                  </a:schemeClr>
                </a:solidFill>
              </a:defRPr>
            </a:lvl7pPr>
            <a:lvl8pPr marL="428214" indent="0">
              <a:buNone/>
              <a:defRPr sz="214">
                <a:solidFill>
                  <a:schemeClr val="tx1">
                    <a:tint val="82000"/>
                  </a:schemeClr>
                </a:solidFill>
              </a:defRPr>
            </a:lvl8pPr>
            <a:lvl9pPr marL="489387" indent="0">
              <a:buNone/>
              <a:defRPr sz="21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68610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001" y="244262"/>
            <a:ext cx="1254919" cy="5821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4830" y="244262"/>
            <a:ext cx="1254919" cy="58219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1479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86" y="48853"/>
            <a:ext cx="2546747" cy="1773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386" y="224934"/>
            <a:ext cx="1249152" cy="110236"/>
          </a:xfrm>
        </p:spPr>
        <p:txBody>
          <a:bodyPr anchor="b"/>
          <a:lstStyle>
            <a:lvl1pPr marL="0" indent="0">
              <a:buNone/>
              <a:defRPr sz="321" b="1"/>
            </a:lvl1pPr>
            <a:lvl2pPr marL="61173" indent="0">
              <a:buNone/>
              <a:defRPr sz="268" b="1"/>
            </a:lvl2pPr>
            <a:lvl3pPr marL="122347" indent="0">
              <a:buNone/>
              <a:defRPr sz="241" b="1"/>
            </a:lvl3pPr>
            <a:lvl4pPr marL="183520" indent="0">
              <a:buNone/>
              <a:defRPr sz="214" b="1"/>
            </a:lvl4pPr>
            <a:lvl5pPr marL="244693" indent="0">
              <a:buNone/>
              <a:defRPr sz="214" b="1"/>
            </a:lvl5pPr>
            <a:lvl6pPr marL="305867" indent="0">
              <a:buNone/>
              <a:defRPr sz="214" b="1"/>
            </a:lvl6pPr>
            <a:lvl7pPr marL="367040" indent="0">
              <a:buNone/>
              <a:defRPr sz="214" b="1"/>
            </a:lvl7pPr>
            <a:lvl8pPr marL="428214" indent="0">
              <a:buNone/>
              <a:defRPr sz="214" b="1"/>
            </a:lvl8pPr>
            <a:lvl9pPr marL="489387" indent="0">
              <a:buNone/>
              <a:defRPr sz="21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386" y="335170"/>
            <a:ext cx="1249152" cy="4929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94830" y="224934"/>
            <a:ext cx="1255303" cy="110236"/>
          </a:xfrm>
        </p:spPr>
        <p:txBody>
          <a:bodyPr anchor="b"/>
          <a:lstStyle>
            <a:lvl1pPr marL="0" indent="0">
              <a:buNone/>
              <a:defRPr sz="321" b="1"/>
            </a:lvl1pPr>
            <a:lvl2pPr marL="61173" indent="0">
              <a:buNone/>
              <a:defRPr sz="268" b="1"/>
            </a:lvl2pPr>
            <a:lvl3pPr marL="122347" indent="0">
              <a:buNone/>
              <a:defRPr sz="241" b="1"/>
            </a:lvl3pPr>
            <a:lvl4pPr marL="183520" indent="0">
              <a:buNone/>
              <a:defRPr sz="214" b="1"/>
            </a:lvl4pPr>
            <a:lvl5pPr marL="244693" indent="0">
              <a:buNone/>
              <a:defRPr sz="214" b="1"/>
            </a:lvl5pPr>
            <a:lvl6pPr marL="305867" indent="0">
              <a:buNone/>
              <a:defRPr sz="214" b="1"/>
            </a:lvl6pPr>
            <a:lvl7pPr marL="367040" indent="0">
              <a:buNone/>
              <a:defRPr sz="214" b="1"/>
            </a:lvl7pPr>
            <a:lvl8pPr marL="428214" indent="0">
              <a:buNone/>
              <a:defRPr sz="214" b="1"/>
            </a:lvl8pPr>
            <a:lvl9pPr marL="489387" indent="0">
              <a:buNone/>
              <a:defRPr sz="21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94830" y="335170"/>
            <a:ext cx="1255303" cy="4929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4771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8645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03372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86" y="61172"/>
            <a:ext cx="952339" cy="214101"/>
          </a:xfrm>
        </p:spPr>
        <p:txBody>
          <a:bodyPr anchor="b"/>
          <a:lstStyle>
            <a:lvl1pPr>
              <a:defRPr sz="42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5303" y="132114"/>
            <a:ext cx="1494830" cy="652073"/>
          </a:xfrm>
        </p:spPr>
        <p:txBody>
          <a:bodyPr/>
          <a:lstStyle>
            <a:lvl1pPr>
              <a:defRPr sz="428"/>
            </a:lvl1pPr>
            <a:lvl2pPr>
              <a:defRPr sz="375"/>
            </a:lvl2pPr>
            <a:lvl3pPr>
              <a:defRPr sz="321"/>
            </a:lvl3pPr>
            <a:lvl4pPr>
              <a:defRPr sz="268"/>
            </a:lvl4pPr>
            <a:lvl5pPr>
              <a:defRPr sz="268"/>
            </a:lvl5pPr>
            <a:lvl6pPr>
              <a:defRPr sz="268"/>
            </a:lvl6pPr>
            <a:lvl7pPr>
              <a:defRPr sz="268"/>
            </a:lvl7pPr>
            <a:lvl8pPr>
              <a:defRPr sz="268"/>
            </a:lvl8pPr>
            <a:lvl9pPr>
              <a:defRPr sz="268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386" y="275273"/>
            <a:ext cx="952339" cy="509976"/>
          </a:xfrm>
        </p:spPr>
        <p:txBody>
          <a:bodyPr/>
          <a:lstStyle>
            <a:lvl1pPr marL="0" indent="0">
              <a:buNone/>
              <a:defRPr sz="214"/>
            </a:lvl1pPr>
            <a:lvl2pPr marL="61173" indent="0">
              <a:buNone/>
              <a:defRPr sz="187"/>
            </a:lvl2pPr>
            <a:lvl3pPr marL="122347" indent="0">
              <a:buNone/>
              <a:defRPr sz="161"/>
            </a:lvl3pPr>
            <a:lvl4pPr marL="183520" indent="0">
              <a:buNone/>
              <a:defRPr sz="134"/>
            </a:lvl4pPr>
            <a:lvl5pPr marL="244693" indent="0">
              <a:buNone/>
              <a:defRPr sz="134"/>
            </a:lvl5pPr>
            <a:lvl6pPr marL="305867" indent="0">
              <a:buNone/>
              <a:defRPr sz="134"/>
            </a:lvl6pPr>
            <a:lvl7pPr marL="367040" indent="0">
              <a:buNone/>
              <a:defRPr sz="134"/>
            </a:lvl7pPr>
            <a:lvl8pPr marL="428214" indent="0">
              <a:buNone/>
              <a:defRPr sz="134"/>
            </a:lvl8pPr>
            <a:lvl9pPr marL="489387" indent="0">
              <a:buNone/>
              <a:defRPr sz="13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9203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86" y="61172"/>
            <a:ext cx="952339" cy="214101"/>
          </a:xfrm>
        </p:spPr>
        <p:txBody>
          <a:bodyPr anchor="b"/>
          <a:lstStyle>
            <a:lvl1pPr>
              <a:defRPr sz="42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55303" y="132114"/>
            <a:ext cx="1494830" cy="652073"/>
          </a:xfrm>
        </p:spPr>
        <p:txBody>
          <a:bodyPr anchor="t"/>
          <a:lstStyle>
            <a:lvl1pPr marL="0" indent="0">
              <a:buNone/>
              <a:defRPr sz="428"/>
            </a:lvl1pPr>
            <a:lvl2pPr marL="61173" indent="0">
              <a:buNone/>
              <a:defRPr sz="375"/>
            </a:lvl2pPr>
            <a:lvl3pPr marL="122347" indent="0">
              <a:buNone/>
              <a:defRPr sz="321"/>
            </a:lvl3pPr>
            <a:lvl4pPr marL="183520" indent="0">
              <a:buNone/>
              <a:defRPr sz="268"/>
            </a:lvl4pPr>
            <a:lvl5pPr marL="244693" indent="0">
              <a:buNone/>
              <a:defRPr sz="268"/>
            </a:lvl5pPr>
            <a:lvl6pPr marL="305867" indent="0">
              <a:buNone/>
              <a:defRPr sz="268"/>
            </a:lvl6pPr>
            <a:lvl7pPr marL="367040" indent="0">
              <a:buNone/>
              <a:defRPr sz="268"/>
            </a:lvl7pPr>
            <a:lvl8pPr marL="428214" indent="0">
              <a:buNone/>
              <a:defRPr sz="268"/>
            </a:lvl8pPr>
            <a:lvl9pPr marL="489387" indent="0">
              <a:buNone/>
              <a:defRPr sz="268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386" y="275273"/>
            <a:ext cx="952339" cy="509976"/>
          </a:xfrm>
        </p:spPr>
        <p:txBody>
          <a:bodyPr/>
          <a:lstStyle>
            <a:lvl1pPr marL="0" indent="0">
              <a:buNone/>
              <a:defRPr sz="214"/>
            </a:lvl1pPr>
            <a:lvl2pPr marL="61173" indent="0">
              <a:buNone/>
              <a:defRPr sz="187"/>
            </a:lvl2pPr>
            <a:lvl3pPr marL="122347" indent="0">
              <a:buNone/>
              <a:defRPr sz="161"/>
            </a:lvl3pPr>
            <a:lvl4pPr marL="183520" indent="0">
              <a:buNone/>
              <a:defRPr sz="134"/>
            </a:lvl4pPr>
            <a:lvl5pPr marL="244693" indent="0">
              <a:buNone/>
              <a:defRPr sz="134"/>
            </a:lvl5pPr>
            <a:lvl6pPr marL="305867" indent="0">
              <a:buNone/>
              <a:defRPr sz="134"/>
            </a:lvl6pPr>
            <a:lvl7pPr marL="367040" indent="0">
              <a:buNone/>
              <a:defRPr sz="134"/>
            </a:lvl7pPr>
            <a:lvl8pPr marL="428214" indent="0">
              <a:buNone/>
              <a:defRPr sz="134"/>
            </a:lvl8pPr>
            <a:lvl9pPr marL="489387" indent="0">
              <a:buNone/>
              <a:defRPr sz="134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218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9634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13062" y="48853"/>
            <a:ext cx="636687" cy="77760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3001" y="48853"/>
            <a:ext cx="1873151" cy="77760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16174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002" y="48853"/>
            <a:ext cx="2546747" cy="177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002" y="244262"/>
            <a:ext cx="2546747" cy="582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3001" y="850456"/>
            <a:ext cx="664369" cy="48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FBDB8-36C6-4744-999D-C99C2C96D370}" type="datetimeFigureOut">
              <a:rPr lang="en-DE" smtClean="0"/>
              <a:t>15.05.26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8099" y="850456"/>
            <a:ext cx="996553" cy="48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85380" y="850456"/>
            <a:ext cx="664369" cy="488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6787DE-9D7F-E647-9C7A-6A6F945C3AA4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88320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xStyles>
    <p:titleStyle>
      <a:lvl1pPr algn="l" defTabSz="122347" rtl="0" eaLnBrk="1" latinLnBrk="0" hangingPunct="1">
        <a:lnSpc>
          <a:spcPct val="90000"/>
        </a:lnSpc>
        <a:spcBef>
          <a:spcPct val="0"/>
        </a:spcBef>
        <a:buNone/>
        <a:defRPr sz="5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587" indent="-30587" algn="l" defTabSz="122347" rtl="0" eaLnBrk="1" latinLnBrk="0" hangingPunct="1">
        <a:lnSpc>
          <a:spcPct val="90000"/>
        </a:lnSpc>
        <a:spcBef>
          <a:spcPts val="134"/>
        </a:spcBef>
        <a:buFont typeface="Arial" panose="020B0604020202020204" pitchFamily="34" charset="0"/>
        <a:buChar char="•"/>
        <a:defRPr sz="375" kern="1200">
          <a:solidFill>
            <a:schemeClr val="tx1"/>
          </a:solidFill>
          <a:latin typeface="+mn-lt"/>
          <a:ea typeface="+mn-ea"/>
          <a:cs typeface="+mn-cs"/>
        </a:defRPr>
      </a:lvl1pPr>
      <a:lvl2pPr marL="91760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321" kern="1200">
          <a:solidFill>
            <a:schemeClr val="tx1"/>
          </a:solidFill>
          <a:latin typeface="+mn-lt"/>
          <a:ea typeface="+mn-ea"/>
          <a:cs typeface="+mn-cs"/>
        </a:defRPr>
      </a:lvl2pPr>
      <a:lvl3pPr marL="152933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68" kern="1200">
          <a:solidFill>
            <a:schemeClr val="tx1"/>
          </a:solidFill>
          <a:latin typeface="+mn-lt"/>
          <a:ea typeface="+mn-ea"/>
          <a:cs typeface="+mn-cs"/>
        </a:defRPr>
      </a:lvl3pPr>
      <a:lvl4pPr marL="214107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4pPr>
      <a:lvl5pPr marL="275280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5pPr>
      <a:lvl6pPr marL="336453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6pPr>
      <a:lvl7pPr marL="397627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7pPr>
      <a:lvl8pPr marL="458800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8pPr>
      <a:lvl9pPr marL="519974" indent="-30587" algn="l" defTabSz="122347" rtl="0" eaLnBrk="1" latinLnBrk="0" hangingPunct="1">
        <a:lnSpc>
          <a:spcPct val="90000"/>
        </a:lnSpc>
        <a:spcBef>
          <a:spcPts val="67"/>
        </a:spcBef>
        <a:buFont typeface="Arial" panose="020B0604020202020204" pitchFamily="34" charset="0"/>
        <a:buChar char="•"/>
        <a:defRPr sz="2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1pPr>
      <a:lvl2pPr marL="61173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2pPr>
      <a:lvl3pPr marL="122347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3pPr>
      <a:lvl4pPr marL="183520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4pPr>
      <a:lvl5pPr marL="244693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5pPr>
      <a:lvl6pPr marL="305867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6pPr>
      <a:lvl7pPr marL="367040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7pPr>
      <a:lvl8pPr marL="428214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8pPr>
      <a:lvl9pPr marL="489387" algn="l" defTabSz="122347" rtl="0" eaLnBrk="1" latinLnBrk="0" hangingPunct="1">
        <a:defRPr sz="2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8DB47C-7D7F-CCAB-40D6-9AD70E216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491"/>
            <a:ext cx="1843315" cy="789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672D257-3002-98FC-82A4-2498781FB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925" y="96741"/>
            <a:ext cx="1139825" cy="6513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7D1463-1312-0723-4518-D2FA4CA564F6}"/>
              </a:ext>
            </a:extLst>
          </p:cNvPr>
          <p:cNvSpPr txBox="1"/>
          <p:nvPr/>
        </p:nvSpPr>
        <p:spPr>
          <a:xfrm>
            <a:off x="-61559" y="-37179"/>
            <a:ext cx="2357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89416-371C-44E8-0359-E23C9CBFA912}"/>
              </a:ext>
            </a:extLst>
          </p:cNvPr>
          <p:cNvSpPr txBox="1"/>
          <p:nvPr/>
        </p:nvSpPr>
        <p:spPr>
          <a:xfrm>
            <a:off x="1725440" y="-29062"/>
            <a:ext cx="23575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7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064014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3233</TotalTime>
  <Words>3</Words>
  <Application>Microsoft Macintosh PowerPoint</Application>
  <PresentationFormat>Custom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29</cp:revision>
  <dcterms:created xsi:type="dcterms:W3CDTF">2026-04-28T09:32:36Z</dcterms:created>
  <dcterms:modified xsi:type="dcterms:W3CDTF">2026-05-15T11:20:24Z</dcterms:modified>
</cp:coreProperties>
</file>