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52" r:id="rId1"/>
  </p:sldMasterIdLst>
  <p:notesMasterIdLst>
    <p:notesMasterId r:id="rId3"/>
  </p:notesMasterIdLst>
  <p:sldIdLst>
    <p:sldId id="280" r:id="rId2"/>
  </p:sldIdLst>
  <p:sldSz cx="1476375" cy="914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4686"/>
  </p:normalViewPr>
  <p:slideViewPr>
    <p:cSldViewPr snapToGrid="0">
      <p:cViewPr varScale="1">
        <p:scale>
          <a:sx n="400" d="100"/>
          <a:sy n="400" d="100"/>
        </p:scale>
        <p:origin x="2512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38213" y="1143000"/>
            <a:ext cx="4981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1pPr>
    <a:lvl2pPr marL="68845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2pPr>
    <a:lvl3pPr marL="137691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3pPr>
    <a:lvl4pPr marL="206537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4pPr>
    <a:lvl5pPr marL="275382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5pPr>
    <a:lvl6pPr marL="344228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6pPr>
    <a:lvl7pPr marL="413073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7pPr>
    <a:lvl8pPr marL="481920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8pPr>
    <a:lvl9pPr marL="550765" algn="l" defTabSz="137691" rtl="0" eaLnBrk="1" latinLnBrk="0" hangingPunct="1">
      <a:defRPr sz="181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938213" y="1143000"/>
            <a:ext cx="4981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DE" dirty="0"/>
              <a:t>Main plot 1)</a:t>
            </a:r>
          </a:p>
          <a:p>
            <a:endParaRPr lang="en-DE" dirty="0"/>
          </a:p>
          <a:p>
            <a:r>
              <a:rPr lang="en-DE" dirty="0"/>
              <a:t>From CS ref,</a:t>
            </a:r>
          </a:p>
          <a:p>
            <a:endParaRPr lang="en-DE" dirty="0"/>
          </a:p>
          <a:p>
            <a:r>
              <a:rPr lang="en-GB" dirty="0"/>
              <a:t>T</a:t>
            </a:r>
            <a:r>
              <a:rPr lang="en-DE" dirty="0"/>
              <a:t>op left: transcriptome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genotype PCA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DE" dirty="0"/>
              <a:t>Bottom left: Venn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T</a:t>
            </a:r>
            <a:r>
              <a:rPr lang="en-DE" dirty="0"/>
              <a:t>op right: Go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I</a:t>
            </a:r>
            <a:r>
              <a:rPr lang="en-DE" dirty="0"/>
              <a:t>f splitting the venn up, there are the numbers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 &amp; 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630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7579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[</a:t>
            </a:r>
            <a:r>
              <a:rPr lang="en-GB" dirty="0" err="1"/>
              <a:t>all.CSvP$adj.P.Val</a:t>
            </a:r>
            <a:r>
              <a:rPr lang="en-GB" dirty="0"/>
              <a:t> &lt; 0.05 &amp; </a:t>
            </a:r>
            <a:r>
              <a:rPr lang="en-GB" dirty="0" err="1"/>
              <a:t>all.CSvP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3027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&gt; 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8045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all.CS_PvCSxP</a:t>
            </a:r>
            <a:r>
              <a:rPr lang="en-GB" dirty="0"/>
              <a:t>[</a:t>
            </a:r>
            <a:r>
              <a:rPr lang="en-GB" dirty="0" err="1"/>
              <a:t>all.CS_PvCSxP$adj.P.Val</a:t>
            </a:r>
            <a:r>
              <a:rPr lang="en-GB" dirty="0"/>
              <a:t> &lt; 0.05 &amp; </a:t>
            </a:r>
            <a:r>
              <a:rPr lang="en-GB" dirty="0" err="1"/>
              <a:t>all.CS_PvCSxP$logFC</a:t>
            </a:r>
            <a:r>
              <a:rPr lang="en-GB" dirty="0"/>
              <a:t> &lt; -0.58,])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6568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&gt; </a:t>
            </a:r>
            <a:r>
              <a:rPr lang="en-GB" dirty="0" err="1"/>
              <a:t>nrow</a:t>
            </a:r>
            <a:r>
              <a:rPr lang="en-GB" dirty="0"/>
              <a:t>(</a:t>
            </a:r>
            <a:r>
              <a:rPr lang="en-GB" dirty="0" err="1"/>
              <a:t>all.CSvP</a:t>
            </a:r>
            <a:r>
              <a:rPr lang="en-GB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[1] 35464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DE" dirty="0"/>
          </a:p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48473D-6385-394A-B5E2-7D1906D53F94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718935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4547" y="149648"/>
            <a:ext cx="1107281" cy="318347"/>
          </a:xfrm>
        </p:spPr>
        <p:txBody>
          <a:bodyPr anchor="b"/>
          <a:lstStyle>
            <a:lvl1pPr algn="ctr">
              <a:defRPr sz="7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4547" y="480272"/>
            <a:ext cx="1107281" cy="220768"/>
          </a:xfrm>
        </p:spPr>
        <p:txBody>
          <a:bodyPr/>
          <a:lstStyle>
            <a:lvl1pPr marL="0" indent="0" algn="ctr">
              <a:buNone/>
              <a:defRPr sz="291"/>
            </a:lvl1pPr>
            <a:lvl2pPr marL="55367" indent="0" algn="ctr">
              <a:buNone/>
              <a:defRPr sz="242"/>
            </a:lvl2pPr>
            <a:lvl3pPr marL="110734" indent="0" algn="ctr">
              <a:buNone/>
              <a:defRPr sz="218"/>
            </a:lvl3pPr>
            <a:lvl4pPr marL="166101" indent="0" algn="ctr">
              <a:buNone/>
              <a:defRPr sz="194"/>
            </a:lvl4pPr>
            <a:lvl5pPr marL="221468" indent="0" algn="ctr">
              <a:buNone/>
              <a:defRPr sz="194"/>
            </a:lvl5pPr>
            <a:lvl6pPr marL="276835" indent="0" algn="ctr">
              <a:buNone/>
              <a:defRPr sz="194"/>
            </a:lvl6pPr>
            <a:lvl7pPr marL="332202" indent="0" algn="ctr">
              <a:buNone/>
              <a:defRPr sz="194"/>
            </a:lvl7pPr>
            <a:lvl8pPr marL="387568" indent="0" algn="ctr">
              <a:buNone/>
              <a:defRPr sz="194"/>
            </a:lvl8pPr>
            <a:lvl9pPr marL="442935" indent="0" algn="ctr">
              <a:buNone/>
              <a:defRPr sz="19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75424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753484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0732" y="227965"/>
            <a:ext cx="1273373" cy="380365"/>
          </a:xfrm>
        </p:spPr>
        <p:txBody>
          <a:bodyPr anchor="b"/>
          <a:lstStyle>
            <a:lvl1pPr>
              <a:defRPr sz="727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732" y="611928"/>
            <a:ext cx="1273373" cy="200025"/>
          </a:xfrm>
        </p:spPr>
        <p:txBody>
          <a:bodyPr/>
          <a:lstStyle>
            <a:lvl1pPr marL="0" indent="0">
              <a:buNone/>
              <a:defRPr sz="291">
                <a:solidFill>
                  <a:schemeClr val="tx1">
                    <a:tint val="82000"/>
                  </a:schemeClr>
                </a:solidFill>
              </a:defRPr>
            </a:lvl1pPr>
            <a:lvl2pPr marL="55367" indent="0">
              <a:buNone/>
              <a:defRPr sz="242">
                <a:solidFill>
                  <a:schemeClr val="tx1">
                    <a:tint val="82000"/>
                  </a:schemeClr>
                </a:solidFill>
              </a:defRPr>
            </a:lvl2pPr>
            <a:lvl3pPr marL="110734" indent="0">
              <a:buNone/>
              <a:defRPr sz="218">
                <a:solidFill>
                  <a:schemeClr val="tx1">
                    <a:tint val="82000"/>
                  </a:schemeClr>
                </a:solidFill>
              </a:defRPr>
            </a:lvl3pPr>
            <a:lvl4pPr marL="166101" indent="0">
              <a:buNone/>
              <a:defRPr sz="194">
                <a:solidFill>
                  <a:schemeClr val="tx1">
                    <a:tint val="82000"/>
                  </a:schemeClr>
                </a:solidFill>
              </a:defRPr>
            </a:lvl4pPr>
            <a:lvl5pPr marL="221468" indent="0">
              <a:buNone/>
              <a:defRPr sz="194">
                <a:solidFill>
                  <a:schemeClr val="tx1">
                    <a:tint val="82000"/>
                  </a:schemeClr>
                </a:solidFill>
              </a:defRPr>
            </a:lvl5pPr>
            <a:lvl6pPr marL="276835" indent="0">
              <a:buNone/>
              <a:defRPr sz="194">
                <a:solidFill>
                  <a:schemeClr val="tx1">
                    <a:tint val="82000"/>
                  </a:schemeClr>
                </a:solidFill>
              </a:defRPr>
            </a:lvl6pPr>
            <a:lvl7pPr marL="332202" indent="0">
              <a:buNone/>
              <a:defRPr sz="194">
                <a:solidFill>
                  <a:schemeClr val="tx1">
                    <a:tint val="82000"/>
                  </a:schemeClr>
                </a:solidFill>
              </a:defRPr>
            </a:lvl7pPr>
            <a:lvl8pPr marL="387568" indent="0">
              <a:buNone/>
              <a:defRPr sz="194">
                <a:solidFill>
                  <a:schemeClr val="tx1">
                    <a:tint val="82000"/>
                  </a:schemeClr>
                </a:solidFill>
              </a:defRPr>
            </a:lvl8pPr>
            <a:lvl9pPr marL="442935" indent="0">
              <a:buNone/>
              <a:defRPr sz="1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53893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1501" y="243417"/>
            <a:ext cx="627459" cy="5801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7415" y="243417"/>
            <a:ext cx="627459" cy="5801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93684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93" y="48683"/>
            <a:ext cx="1273373" cy="17674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693" y="224155"/>
            <a:ext cx="624576" cy="109855"/>
          </a:xfrm>
        </p:spPr>
        <p:txBody>
          <a:bodyPr anchor="b"/>
          <a:lstStyle>
            <a:lvl1pPr marL="0" indent="0">
              <a:buNone/>
              <a:defRPr sz="291" b="1"/>
            </a:lvl1pPr>
            <a:lvl2pPr marL="55367" indent="0">
              <a:buNone/>
              <a:defRPr sz="242" b="1"/>
            </a:lvl2pPr>
            <a:lvl3pPr marL="110734" indent="0">
              <a:buNone/>
              <a:defRPr sz="218" b="1"/>
            </a:lvl3pPr>
            <a:lvl4pPr marL="166101" indent="0">
              <a:buNone/>
              <a:defRPr sz="194" b="1"/>
            </a:lvl4pPr>
            <a:lvl5pPr marL="221468" indent="0">
              <a:buNone/>
              <a:defRPr sz="194" b="1"/>
            </a:lvl5pPr>
            <a:lvl6pPr marL="276835" indent="0">
              <a:buNone/>
              <a:defRPr sz="194" b="1"/>
            </a:lvl6pPr>
            <a:lvl7pPr marL="332202" indent="0">
              <a:buNone/>
              <a:defRPr sz="194" b="1"/>
            </a:lvl7pPr>
            <a:lvl8pPr marL="387568" indent="0">
              <a:buNone/>
              <a:defRPr sz="194" b="1"/>
            </a:lvl8pPr>
            <a:lvl9pPr marL="442935" indent="0">
              <a:buNone/>
              <a:defRPr sz="19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1693" y="334010"/>
            <a:ext cx="624576" cy="4912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47415" y="224155"/>
            <a:ext cx="627652" cy="109855"/>
          </a:xfrm>
        </p:spPr>
        <p:txBody>
          <a:bodyPr anchor="b"/>
          <a:lstStyle>
            <a:lvl1pPr marL="0" indent="0">
              <a:buNone/>
              <a:defRPr sz="291" b="1"/>
            </a:lvl1pPr>
            <a:lvl2pPr marL="55367" indent="0">
              <a:buNone/>
              <a:defRPr sz="242" b="1"/>
            </a:lvl2pPr>
            <a:lvl3pPr marL="110734" indent="0">
              <a:buNone/>
              <a:defRPr sz="218" b="1"/>
            </a:lvl3pPr>
            <a:lvl4pPr marL="166101" indent="0">
              <a:buNone/>
              <a:defRPr sz="194" b="1"/>
            </a:lvl4pPr>
            <a:lvl5pPr marL="221468" indent="0">
              <a:buNone/>
              <a:defRPr sz="194" b="1"/>
            </a:lvl5pPr>
            <a:lvl6pPr marL="276835" indent="0">
              <a:buNone/>
              <a:defRPr sz="194" b="1"/>
            </a:lvl6pPr>
            <a:lvl7pPr marL="332202" indent="0">
              <a:buNone/>
              <a:defRPr sz="194" b="1"/>
            </a:lvl7pPr>
            <a:lvl8pPr marL="387568" indent="0">
              <a:buNone/>
              <a:defRPr sz="194" b="1"/>
            </a:lvl8pPr>
            <a:lvl9pPr marL="442935" indent="0">
              <a:buNone/>
              <a:defRPr sz="19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47415" y="334010"/>
            <a:ext cx="627652" cy="49127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690772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904544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199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93" y="60960"/>
            <a:ext cx="476169" cy="213360"/>
          </a:xfrm>
        </p:spPr>
        <p:txBody>
          <a:bodyPr anchor="b"/>
          <a:lstStyle>
            <a:lvl1pPr>
              <a:defRPr sz="38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7652" y="131657"/>
            <a:ext cx="747415" cy="649817"/>
          </a:xfrm>
        </p:spPr>
        <p:txBody>
          <a:bodyPr/>
          <a:lstStyle>
            <a:lvl1pPr>
              <a:defRPr sz="388"/>
            </a:lvl1pPr>
            <a:lvl2pPr>
              <a:defRPr sz="339"/>
            </a:lvl2pPr>
            <a:lvl3pPr>
              <a:defRPr sz="291"/>
            </a:lvl3pPr>
            <a:lvl4pPr>
              <a:defRPr sz="242"/>
            </a:lvl4pPr>
            <a:lvl5pPr>
              <a:defRPr sz="242"/>
            </a:lvl5pPr>
            <a:lvl6pPr>
              <a:defRPr sz="242"/>
            </a:lvl6pPr>
            <a:lvl7pPr>
              <a:defRPr sz="242"/>
            </a:lvl7pPr>
            <a:lvl8pPr>
              <a:defRPr sz="242"/>
            </a:lvl8pPr>
            <a:lvl9pPr>
              <a:defRPr sz="242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93" y="274320"/>
            <a:ext cx="476169" cy="508212"/>
          </a:xfrm>
        </p:spPr>
        <p:txBody>
          <a:bodyPr/>
          <a:lstStyle>
            <a:lvl1pPr marL="0" indent="0">
              <a:buNone/>
              <a:defRPr sz="194"/>
            </a:lvl1pPr>
            <a:lvl2pPr marL="55367" indent="0">
              <a:buNone/>
              <a:defRPr sz="170"/>
            </a:lvl2pPr>
            <a:lvl3pPr marL="110734" indent="0">
              <a:buNone/>
              <a:defRPr sz="145"/>
            </a:lvl3pPr>
            <a:lvl4pPr marL="166101" indent="0">
              <a:buNone/>
              <a:defRPr sz="121"/>
            </a:lvl4pPr>
            <a:lvl5pPr marL="221468" indent="0">
              <a:buNone/>
              <a:defRPr sz="121"/>
            </a:lvl5pPr>
            <a:lvl6pPr marL="276835" indent="0">
              <a:buNone/>
              <a:defRPr sz="121"/>
            </a:lvl6pPr>
            <a:lvl7pPr marL="332202" indent="0">
              <a:buNone/>
              <a:defRPr sz="121"/>
            </a:lvl7pPr>
            <a:lvl8pPr marL="387568" indent="0">
              <a:buNone/>
              <a:defRPr sz="121"/>
            </a:lvl8pPr>
            <a:lvl9pPr marL="442935" indent="0">
              <a:buNone/>
              <a:defRPr sz="12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059219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93" y="60960"/>
            <a:ext cx="476169" cy="213360"/>
          </a:xfrm>
        </p:spPr>
        <p:txBody>
          <a:bodyPr anchor="b"/>
          <a:lstStyle>
            <a:lvl1pPr>
              <a:defRPr sz="38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27652" y="131657"/>
            <a:ext cx="747415" cy="649817"/>
          </a:xfrm>
        </p:spPr>
        <p:txBody>
          <a:bodyPr anchor="t"/>
          <a:lstStyle>
            <a:lvl1pPr marL="0" indent="0">
              <a:buNone/>
              <a:defRPr sz="388"/>
            </a:lvl1pPr>
            <a:lvl2pPr marL="55367" indent="0">
              <a:buNone/>
              <a:defRPr sz="339"/>
            </a:lvl2pPr>
            <a:lvl3pPr marL="110734" indent="0">
              <a:buNone/>
              <a:defRPr sz="291"/>
            </a:lvl3pPr>
            <a:lvl4pPr marL="166101" indent="0">
              <a:buNone/>
              <a:defRPr sz="242"/>
            </a:lvl4pPr>
            <a:lvl5pPr marL="221468" indent="0">
              <a:buNone/>
              <a:defRPr sz="242"/>
            </a:lvl5pPr>
            <a:lvl6pPr marL="276835" indent="0">
              <a:buNone/>
              <a:defRPr sz="242"/>
            </a:lvl6pPr>
            <a:lvl7pPr marL="332202" indent="0">
              <a:buNone/>
              <a:defRPr sz="242"/>
            </a:lvl7pPr>
            <a:lvl8pPr marL="387568" indent="0">
              <a:buNone/>
              <a:defRPr sz="242"/>
            </a:lvl8pPr>
            <a:lvl9pPr marL="442935" indent="0">
              <a:buNone/>
              <a:defRPr sz="242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1693" y="274320"/>
            <a:ext cx="476169" cy="508212"/>
          </a:xfrm>
        </p:spPr>
        <p:txBody>
          <a:bodyPr/>
          <a:lstStyle>
            <a:lvl1pPr marL="0" indent="0">
              <a:buNone/>
              <a:defRPr sz="194"/>
            </a:lvl1pPr>
            <a:lvl2pPr marL="55367" indent="0">
              <a:buNone/>
              <a:defRPr sz="170"/>
            </a:lvl2pPr>
            <a:lvl3pPr marL="110734" indent="0">
              <a:buNone/>
              <a:defRPr sz="145"/>
            </a:lvl3pPr>
            <a:lvl4pPr marL="166101" indent="0">
              <a:buNone/>
              <a:defRPr sz="121"/>
            </a:lvl4pPr>
            <a:lvl5pPr marL="221468" indent="0">
              <a:buNone/>
              <a:defRPr sz="121"/>
            </a:lvl5pPr>
            <a:lvl6pPr marL="276835" indent="0">
              <a:buNone/>
              <a:defRPr sz="121"/>
            </a:lvl6pPr>
            <a:lvl7pPr marL="332202" indent="0">
              <a:buNone/>
              <a:defRPr sz="121"/>
            </a:lvl7pPr>
            <a:lvl8pPr marL="387568" indent="0">
              <a:buNone/>
              <a:defRPr sz="121"/>
            </a:lvl8pPr>
            <a:lvl9pPr marL="442935" indent="0">
              <a:buNone/>
              <a:defRPr sz="12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8783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846107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56531" y="48683"/>
            <a:ext cx="318343" cy="774912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1501" y="48683"/>
            <a:ext cx="936575" cy="774912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2218527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1501" y="48683"/>
            <a:ext cx="1273373" cy="1767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501" y="243417"/>
            <a:ext cx="1273373" cy="5801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1501" y="847514"/>
            <a:ext cx="332184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13.05.26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9049" y="847514"/>
            <a:ext cx="498277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2690" y="847514"/>
            <a:ext cx="332184" cy="486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5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40533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l" defTabSz="110734" rtl="0" eaLnBrk="1" latinLnBrk="0" hangingPunct="1">
        <a:lnSpc>
          <a:spcPct val="90000"/>
        </a:lnSpc>
        <a:spcBef>
          <a:spcPct val="0"/>
        </a:spcBef>
        <a:buNone/>
        <a:defRPr sz="5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683" indent="-27683" algn="l" defTabSz="110734" rtl="0" eaLnBrk="1" latinLnBrk="0" hangingPunct="1">
        <a:lnSpc>
          <a:spcPct val="90000"/>
        </a:lnSpc>
        <a:spcBef>
          <a:spcPts val="121"/>
        </a:spcBef>
        <a:buFont typeface="Arial" panose="020B0604020202020204" pitchFamily="34" charset="0"/>
        <a:buChar char="•"/>
        <a:defRPr sz="339" kern="1200">
          <a:solidFill>
            <a:schemeClr val="tx1"/>
          </a:solidFill>
          <a:latin typeface="+mn-lt"/>
          <a:ea typeface="+mn-ea"/>
          <a:cs typeface="+mn-cs"/>
        </a:defRPr>
      </a:lvl1pPr>
      <a:lvl2pPr marL="83050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91" kern="1200">
          <a:solidFill>
            <a:schemeClr val="tx1"/>
          </a:solidFill>
          <a:latin typeface="+mn-lt"/>
          <a:ea typeface="+mn-ea"/>
          <a:cs typeface="+mn-cs"/>
        </a:defRPr>
      </a:lvl2pPr>
      <a:lvl3pPr marL="138417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42" kern="1200">
          <a:solidFill>
            <a:schemeClr val="tx1"/>
          </a:solidFill>
          <a:latin typeface="+mn-lt"/>
          <a:ea typeface="+mn-ea"/>
          <a:cs typeface="+mn-cs"/>
        </a:defRPr>
      </a:lvl3pPr>
      <a:lvl4pPr marL="193784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18" kern="1200">
          <a:solidFill>
            <a:schemeClr val="tx1"/>
          </a:solidFill>
          <a:latin typeface="+mn-lt"/>
          <a:ea typeface="+mn-ea"/>
          <a:cs typeface="+mn-cs"/>
        </a:defRPr>
      </a:lvl4pPr>
      <a:lvl5pPr marL="249151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18" kern="1200">
          <a:solidFill>
            <a:schemeClr val="tx1"/>
          </a:solidFill>
          <a:latin typeface="+mn-lt"/>
          <a:ea typeface="+mn-ea"/>
          <a:cs typeface="+mn-cs"/>
        </a:defRPr>
      </a:lvl5pPr>
      <a:lvl6pPr marL="304518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18" kern="1200">
          <a:solidFill>
            <a:schemeClr val="tx1"/>
          </a:solidFill>
          <a:latin typeface="+mn-lt"/>
          <a:ea typeface="+mn-ea"/>
          <a:cs typeface="+mn-cs"/>
        </a:defRPr>
      </a:lvl6pPr>
      <a:lvl7pPr marL="359885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18" kern="1200">
          <a:solidFill>
            <a:schemeClr val="tx1"/>
          </a:solidFill>
          <a:latin typeface="+mn-lt"/>
          <a:ea typeface="+mn-ea"/>
          <a:cs typeface="+mn-cs"/>
        </a:defRPr>
      </a:lvl7pPr>
      <a:lvl8pPr marL="415252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18" kern="1200">
          <a:solidFill>
            <a:schemeClr val="tx1"/>
          </a:solidFill>
          <a:latin typeface="+mn-lt"/>
          <a:ea typeface="+mn-ea"/>
          <a:cs typeface="+mn-cs"/>
        </a:defRPr>
      </a:lvl8pPr>
      <a:lvl9pPr marL="470619" indent="-27683" algn="l" defTabSz="110734" rtl="0" eaLnBrk="1" latinLnBrk="0" hangingPunct="1">
        <a:lnSpc>
          <a:spcPct val="90000"/>
        </a:lnSpc>
        <a:spcBef>
          <a:spcPts val="61"/>
        </a:spcBef>
        <a:buFont typeface="Arial" panose="020B0604020202020204" pitchFamily="34" charset="0"/>
        <a:buChar char="•"/>
        <a:defRPr sz="2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1pPr>
      <a:lvl2pPr marL="55367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2pPr>
      <a:lvl3pPr marL="110734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3pPr>
      <a:lvl4pPr marL="166101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4pPr>
      <a:lvl5pPr marL="221468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5pPr>
      <a:lvl6pPr marL="276835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6pPr>
      <a:lvl7pPr marL="332202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7pPr>
      <a:lvl8pPr marL="387568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8pPr>
      <a:lvl9pPr marL="442935" algn="l" defTabSz="110734" rtl="0" eaLnBrk="1" latinLnBrk="0" hangingPunct="1">
        <a:defRPr sz="2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77DDB3D0-46E1-BC04-528D-A0327F1E0686}"/>
              </a:ext>
            </a:extLst>
          </p:cNvPr>
          <p:cNvSpPr txBox="1"/>
          <p:nvPr/>
        </p:nvSpPr>
        <p:spPr>
          <a:xfrm>
            <a:off x="-15876" y="-45086"/>
            <a:ext cx="68131" cy="15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949594-F889-C26B-18C9-994B8EA6AE48}"/>
              </a:ext>
            </a:extLst>
          </p:cNvPr>
          <p:cNvSpPr txBox="1"/>
          <p:nvPr/>
        </p:nvSpPr>
        <p:spPr>
          <a:xfrm>
            <a:off x="695086" y="-45086"/>
            <a:ext cx="68131" cy="15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B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05523A-7734-FFCC-E008-89DF40D8432C}"/>
              </a:ext>
            </a:extLst>
          </p:cNvPr>
          <p:cNvSpPr txBox="1"/>
          <p:nvPr/>
        </p:nvSpPr>
        <p:spPr>
          <a:xfrm>
            <a:off x="-25559" y="414264"/>
            <a:ext cx="68131" cy="15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0718D8-0CC5-2BC0-5BF5-C4225E2CF9DB}"/>
              </a:ext>
            </a:extLst>
          </p:cNvPr>
          <p:cNvSpPr txBox="1"/>
          <p:nvPr/>
        </p:nvSpPr>
        <p:spPr>
          <a:xfrm>
            <a:off x="687986" y="414264"/>
            <a:ext cx="68131" cy="159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400" b="1" dirty="0"/>
              <a:t>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845AA6C-1ED5-96D8-5C96-130743FB8B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28" y="17072"/>
            <a:ext cx="672255" cy="44817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5034590-05D0-06EE-52A2-6A09044B27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742" y="11375"/>
            <a:ext cx="679822" cy="45321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F3ACCB-C62E-1AF4-47B4-323C6572A7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94" y="467943"/>
            <a:ext cx="674717" cy="4498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6750190-5E24-E187-C293-779F059ABF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28" y="464589"/>
            <a:ext cx="674717" cy="449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51848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2960</TotalTime>
  <Words>299</Words>
  <Application>Microsoft Macintosh PowerPoint</Application>
  <PresentationFormat>Custom</PresentationFormat>
  <Paragraphs>29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19</cp:revision>
  <dcterms:created xsi:type="dcterms:W3CDTF">2026-04-28T09:32:36Z</dcterms:created>
  <dcterms:modified xsi:type="dcterms:W3CDTF">2026-05-13T11:06:20Z</dcterms:modified>
</cp:coreProperties>
</file>