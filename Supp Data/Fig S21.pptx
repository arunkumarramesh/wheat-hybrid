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92" r:id="rId1"/>
  </p:sldMasterIdLst>
  <p:notesMasterIdLst>
    <p:notesMasterId r:id="rId3"/>
  </p:notesMasterIdLst>
  <p:sldIdLst>
    <p:sldId id="280" r:id="rId2"/>
  </p:sldIdLst>
  <p:sldSz cx="914400" cy="9525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561"/>
    <p:restoredTop sz="95652"/>
  </p:normalViewPr>
  <p:slideViewPr>
    <p:cSldViewPr snapToGrid="0">
      <p:cViewPr>
        <p:scale>
          <a:sx n="354" d="100"/>
          <a:sy n="354" d="100"/>
        </p:scale>
        <p:origin x="2832" y="13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0CFC23-F338-EB41-8653-4316F1EF48B5}" type="datetimeFigureOut">
              <a:rPr lang="en-DE" smtClean="0"/>
              <a:t>17.05.26</a:t>
            </a:fld>
            <a:endParaRPr lang="en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947863" y="1143000"/>
            <a:ext cx="29622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47636C-B006-8E47-A161-B8C06667EDC6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8830253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48383" rtl="0" eaLnBrk="1" latinLnBrk="0" hangingPunct="1">
      <a:defRPr sz="196" kern="1200">
        <a:solidFill>
          <a:schemeClr val="tx1"/>
        </a:solidFill>
        <a:latin typeface="+mn-lt"/>
        <a:ea typeface="+mn-ea"/>
        <a:cs typeface="+mn-cs"/>
      </a:defRPr>
    </a:lvl1pPr>
    <a:lvl2pPr marL="74192" algn="l" defTabSz="148383" rtl="0" eaLnBrk="1" latinLnBrk="0" hangingPunct="1">
      <a:defRPr sz="196" kern="1200">
        <a:solidFill>
          <a:schemeClr val="tx1"/>
        </a:solidFill>
        <a:latin typeface="+mn-lt"/>
        <a:ea typeface="+mn-ea"/>
        <a:cs typeface="+mn-cs"/>
      </a:defRPr>
    </a:lvl2pPr>
    <a:lvl3pPr marL="148383" algn="l" defTabSz="148383" rtl="0" eaLnBrk="1" latinLnBrk="0" hangingPunct="1">
      <a:defRPr sz="196" kern="1200">
        <a:solidFill>
          <a:schemeClr val="tx1"/>
        </a:solidFill>
        <a:latin typeface="+mn-lt"/>
        <a:ea typeface="+mn-ea"/>
        <a:cs typeface="+mn-cs"/>
      </a:defRPr>
    </a:lvl3pPr>
    <a:lvl4pPr marL="222575" algn="l" defTabSz="148383" rtl="0" eaLnBrk="1" latinLnBrk="0" hangingPunct="1">
      <a:defRPr sz="196" kern="1200">
        <a:solidFill>
          <a:schemeClr val="tx1"/>
        </a:solidFill>
        <a:latin typeface="+mn-lt"/>
        <a:ea typeface="+mn-ea"/>
        <a:cs typeface="+mn-cs"/>
      </a:defRPr>
    </a:lvl4pPr>
    <a:lvl5pPr marL="296766" algn="l" defTabSz="148383" rtl="0" eaLnBrk="1" latinLnBrk="0" hangingPunct="1">
      <a:defRPr sz="196" kern="1200">
        <a:solidFill>
          <a:schemeClr val="tx1"/>
        </a:solidFill>
        <a:latin typeface="+mn-lt"/>
        <a:ea typeface="+mn-ea"/>
        <a:cs typeface="+mn-cs"/>
      </a:defRPr>
    </a:lvl5pPr>
    <a:lvl6pPr marL="370958" algn="l" defTabSz="148383" rtl="0" eaLnBrk="1" latinLnBrk="0" hangingPunct="1">
      <a:defRPr sz="196" kern="1200">
        <a:solidFill>
          <a:schemeClr val="tx1"/>
        </a:solidFill>
        <a:latin typeface="+mn-lt"/>
        <a:ea typeface="+mn-ea"/>
        <a:cs typeface="+mn-cs"/>
      </a:defRPr>
    </a:lvl6pPr>
    <a:lvl7pPr marL="445148" algn="l" defTabSz="148383" rtl="0" eaLnBrk="1" latinLnBrk="0" hangingPunct="1">
      <a:defRPr sz="196" kern="1200">
        <a:solidFill>
          <a:schemeClr val="tx1"/>
        </a:solidFill>
        <a:latin typeface="+mn-lt"/>
        <a:ea typeface="+mn-ea"/>
        <a:cs typeface="+mn-cs"/>
      </a:defRPr>
    </a:lvl7pPr>
    <a:lvl8pPr marL="519342" algn="l" defTabSz="148383" rtl="0" eaLnBrk="1" latinLnBrk="0" hangingPunct="1">
      <a:defRPr sz="196" kern="1200">
        <a:solidFill>
          <a:schemeClr val="tx1"/>
        </a:solidFill>
        <a:latin typeface="+mn-lt"/>
        <a:ea typeface="+mn-ea"/>
        <a:cs typeface="+mn-cs"/>
      </a:defRPr>
    </a:lvl8pPr>
    <a:lvl9pPr marL="593533" algn="l" defTabSz="148383" rtl="0" eaLnBrk="1" latinLnBrk="0" hangingPunct="1">
      <a:defRPr sz="19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947863" y="1143000"/>
            <a:ext cx="29622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E" dirty="0"/>
              <a:t>Main plot 1)</a:t>
            </a:r>
          </a:p>
          <a:p>
            <a:endParaRPr lang="en-DE" dirty="0"/>
          </a:p>
          <a:p>
            <a:r>
              <a:rPr lang="en-DE" dirty="0"/>
              <a:t>From CS ref,</a:t>
            </a:r>
          </a:p>
          <a:p>
            <a:endParaRPr lang="en-DE" dirty="0"/>
          </a:p>
          <a:p>
            <a:r>
              <a:rPr lang="en-GB" dirty="0"/>
              <a:t>T</a:t>
            </a:r>
            <a:r>
              <a:rPr lang="en-DE" dirty="0"/>
              <a:t>op left: transcriptome PCA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T</a:t>
            </a:r>
            <a:r>
              <a:rPr lang="en-DE" dirty="0"/>
              <a:t>op right: genotype PCA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DE" dirty="0"/>
              <a:t>Bottom left: Venn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T</a:t>
            </a:r>
            <a:r>
              <a:rPr lang="en-DE" dirty="0"/>
              <a:t>op right: Go analysis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DE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I</a:t>
            </a:r>
            <a:r>
              <a:rPr lang="en-DE" dirty="0"/>
              <a:t>f splitting the venn up, there are the numbers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&gt; </a:t>
            </a:r>
            <a:r>
              <a:rPr lang="en-GB" dirty="0" err="1"/>
              <a:t>nrow</a:t>
            </a:r>
            <a:r>
              <a:rPr lang="en-GB" dirty="0"/>
              <a:t>(</a:t>
            </a:r>
            <a:r>
              <a:rPr lang="en-GB" dirty="0" err="1"/>
              <a:t>all.CSvP</a:t>
            </a:r>
            <a:r>
              <a:rPr lang="en-GB" dirty="0"/>
              <a:t>[</a:t>
            </a:r>
            <a:r>
              <a:rPr lang="en-GB" dirty="0" err="1"/>
              <a:t>all.CSvP$adj.P.Val</a:t>
            </a:r>
            <a:r>
              <a:rPr lang="en-GB" dirty="0"/>
              <a:t> &lt; 0.05 &amp; </a:t>
            </a:r>
            <a:r>
              <a:rPr lang="en-GB" dirty="0" err="1"/>
              <a:t>all.CSvP</a:t>
            </a:r>
            <a:r>
              <a:rPr lang="en-GB" dirty="0"/>
              <a:t> &gt; 0.58 &amp; </a:t>
            </a:r>
            <a:r>
              <a:rPr lang="en-GB" dirty="0" err="1"/>
              <a:t>all.CS_PvCSxP$adj.P.Val</a:t>
            </a:r>
            <a:r>
              <a:rPr lang="en-GB" dirty="0"/>
              <a:t> &lt; 0.05 &amp; </a:t>
            </a:r>
            <a:r>
              <a:rPr lang="en-GB" dirty="0" err="1"/>
              <a:t>all.CS_PvCSxP$logFC</a:t>
            </a:r>
            <a:r>
              <a:rPr lang="en-GB" dirty="0"/>
              <a:t> &gt; 0.58,])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[1] 3030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&gt; </a:t>
            </a:r>
            <a:r>
              <a:rPr lang="en-GB" dirty="0" err="1"/>
              <a:t>nrow</a:t>
            </a:r>
            <a:r>
              <a:rPr lang="en-GB" dirty="0"/>
              <a:t>(</a:t>
            </a:r>
            <a:r>
              <a:rPr lang="en-GB" dirty="0" err="1"/>
              <a:t>all.CSvP</a:t>
            </a:r>
            <a:r>
              <a:rPr lang="en-GB" dirty="0"/>
              <a:t>[</a:t>
            </a:r>
            <a:r>
              <a:rPr lang="en-GB" dirty="0" err="1"/>
              <a:t>all.CSvP$adj.P.Val</a:t>
            </a:r>
            <a:r>
              <a:rPr lang="en-GB" dirty="0"/>
              <a:t> &lt; 0.05 &amp; </a:t>
            </a:r>
            <a:r>
              <a:rPr lang="en-GB" dirty="0" err="1"/>
              <a:t>all.CSvP</a:t>
            </a:r>
            <a:r>
              <a:rPr lang="en-GB" dirty="0"/>
              <a:t> &lt; -0.58 &amp; </a:t>
            </a:r>
            <a:r>
              <a:rPr lang="en-GB" dirty="0" err="1"/>
              <a:t>all.CS_PvCSxP$adj.P.Val</a:t>
            </a:r>
            <a:r>
              <a:rPr lang="en-GB" dirty="0"/>
              <a:t> &lt; 0.05 &amp; </a:t>
            </a:r>
            <a:r>
              <a:rPr lang="en-GB" dirty="0" err="1"/>
              <a:t>all.CS_PvCSxP$logFC</a:t>
            </a:r>
            <a:r>
              <a:rPr lang="en-GB" dirty="0"/>
              <a:t> &lt; -0.58,])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[1] 630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&gt; </a:t>
            </a:r>
            <a:r>
              <a:rPr lang="en-GB" dirty="0" err="1"/>
              <a:t>nrow</a:t>
            </a:r>
            <a:r>
              <a:rPr lang="en-GB" dirty="0"/>
              <a:t>(</a:t>
            </a:r>
            <a:r>
              <a:rPr lang="en-GB" dirty="0" err="1"/>
              <a:t>all.CSvP</a:t>
            </a:r>
            <a:r>
              <a:rPr lang="en-GB" dirty="0"/>
              <a:t>[</a:t>
            </a:r>
            <a:r>
              <a:rPr lang="en-GB" dirty="0" err="1"/>
              <a:t>all.CSvP$adj.P.Val</a:t>
            </a:r>
            <a:r>
              <a:rPr lang="en-GB" dirty="0"/>
              <a:t> &lt; 0.05 &amp; </a:t>
            </a:r>
            <a:r>
              <a:rPr lang="en-GB" dirty="0" err="1"/>
              <a:t>all.CSvP</a:t>
            </a:r>
            <a:r>
              <a:rPr lang="en-GB" dirty="0"/>
              <a:t> &gt; 0.58,])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[1] 7579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&gt; </a:t>
            </a:r>
            <a:r>
              <a:rPr lang="en-GB" dirty="0" err="1"/>
              <a:t>nrow</a:t>
            </a:r>
            <a:r>
              <a:rPr lang="en-GB" dirty="0"/>
              <a:t>(</a:t>
            </a:r>
            <a:r>
              <a:rPr lang="en-GB" dirty="0" err="1"/>
              <a:t>all.CSvP</a:t>
            </a:r>
            <a:r>
              <a:rPr lang="en-GB" dirty="0"/>
              <a:t>[</a:t>
            </a:r>
            <a:r>
              <a:rPr lang="en-GB" dirty="0" err="1"/>
              <a:t>all.CSvP$adj.P.Val</a:t>
            </a:r>
            <a:r>
              <a:rPr lang="en-GB" dirty="0"/>
              <a:t> &lt; 0.05 &amp; </a:t>
            </a:r>
            <a:r>
              <a:rPr lang="en-GB" dirty="0" err="1"/>
              <a:t>all.CSvP</a:t>
            </a:r>
            <a:r>
              <a:rPr lang="en-GB" dirty="0"/>
              <a:t> &lt; -0.58,])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[1] 3027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&gt; </a:t>
            </a:r>
            <a:r>
              <a:rPr lang="en-GB" dirty="0" err="1"/>
              <a:t>nrow</a:t>
            </a:r>
            <a:r>
              <a:rPr lang="en-GB" dirty="0"/>
              <a:t>(</a:t>
            </a:r>
            <a:r>
              <a:rPr lang="en-GB" dirty="0" err="1"/>
              <a:t>all.CS_PvCSxP</a:t>
            </a:r>
            <a:r>
              <a:rPr lang="en-GB" dirty="0"/>
              <a:t>[</a:t>
            </a:r>
            <a:r>
              <a:rPr lang="en-GB" dirty="0" err="1"/>
              <a:t>all.CS_PvCSxP$adj.P.Val</a:t>
            </a:r>
            <a:r>
              <a:rPr lang="en-GB" dirty="0"/>
              <a:t> &lt; 0.05 &amp; </a:t>
            </a:r>
            <a:r>
              <a:rPr lang="en-GB" dirty="0" err="1"/>
              <a:t>all.CS_PvCSxP$logFC</a:t>
            </a:r>
            <a:r>
              <a:rPr lang="en-GB" dirty="0"/>
              <a:t> &gt; 0.58,])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[1] 8045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&gt; </a:t>
            </a:r>
            <a:r>
              <a:rPr lang="en-GB" dirty="0" err="1"/>
              <a:t>nrow</a:t>
            </a:r>
            <a:r>
              <a:rPr lang="en-GB" dirty="0"/>
              <a:t>(</a:t>
            </a:r>
            <a:r>
              <a:rPr lang="en-GB" dirty="0" err="1"/>
              <a:t>all.CS_PvCSxP</a:t>
            </a:r>
            <a:r>
              <a:rPr lang="en-GB" dirty="0"/>
              <a:t>[</a:t>
            </a:r>
            <a:r>
              <a:rPr lang="en-GB" dirty="0" err="1"/>
              <a:t>all.CS_PvCSxP$adj.P.Val</a:t>
            </a:r>
            <a:r>
              <a:rPr lang="en-GB" dirty="0"/>
              <a:t> &lt; 0.05 &amp; </a:t>
            </a:r>
            <a:r>
              <a:rPr lang="en-GB" dirty="0" err="1"/>
              <a:t>all.CS_PvCSxP$logFC</a:t>
            </a:r>
            <a:r>
              <a:rPr lang="en-GB" dirty="0"/>
              <a:t> &lt; -0.58,])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[1] 6568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&gt; </a:t>
            </a:r>
            <a:r>
              <a:rPr lang="en-GB" dirty="0" err="1"/>
              <a:t>nrow</a:t>
            </a:r>
            <a:r>
              <a:rPr lang="en-GB" dirty="0"/>
              <a:t>(</a:t>
            </a:r>
            <a:r>
              <a:rPr lang="en-GB" dirty="0" err="1"/>
              <a:t>all.CSvP</a:t>
            </a:r>
            <a:r>
              <a:rPr lang="en-GB" dirty="0"/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[1] 35464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DE" dirty="0"/>
          </a:p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48473D-6385-394A-B5E2-7D1906D53F94}" type="slidenum">
              <a:rPr lang="en-DE" smtClean="0"/>
              <a:t>1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6718935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" y="155884"/>
            <a:ext cx="777240" cy="331611"/>
          </a:xfrm>
        </p:spPr>
        <p:txBody>
          <a:bodyPr anchor="b"/>
          <a:lstStyle>
            <a:lvl1pPr algn="ctr">
              <a:defRPr sz="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" y="500283"/>
            <a:ext cx="685800" cy="229967"/>
          </a:xfrm>
        </p:spPr>
        <p:txBody>
          <a:bodyPr/>
          <a:lstStyle>
            <a:lvl1pPr marL="0" indent="0" algn="ctr">
              <a:buNone/>
              <a:defRPr sz="240"/>
            </a:lvl1pPr>
            <a:lvl2pPr marL="45720" indent="0" algn="ctr">
              <a:buNone/>
              <a:defRPr sz="200"/>
            </a:lvl2pPr>
            <a:lvl3pPr marL="91440" indent="0" algn="ctr">
              <a:buNone/>
              <a:defRPr sz="180"/>
            </a:lvl3pPr>
            <a:lvl4pPr marL="137160" indent="0" algn="ctr">
              <a:buNone/>
              <a:defRPr sz="160"/>
            </a:lvl4pPr>
            <a:lvl5pPr marL="182880" indent="0" algn="ctr">
              <a:buNone/>
              <a:defRPr sz="160"/>
            </a:lvl5pPr>
            <a:lvl6pPr marL="228600" indent="0" algn="ctr">
              <a:buNone/>
              <a:defRPr sz="160"/>
            </a:lvl6pPr>
            <a:lvl7pPr marL="274320" indent="0" algn="ctr">
              <a:buNone/>
              <a:defRPr sz="160"/>
            </a:lvl7pPr>
            <a:lvl8pPr marL="320040" indent="0" algn="ctr">
              <a:buNone/>
              <a:defRPr sz="160"/>
            </a:lvl8pPr>
            <a:lvl9pPr marL="365760" indent="0" algn="ctr">
              <a:buNone/>
              <a:defRPr sz="16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FBDB8-36C6-4744-999D-C99C2C96D370}" type="datetimeFigureOut">
              <a:rPr lang="en-DE" smtClean="0"/>
              <a:t>17.05.26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787DE-9D7F-E647-9C7A-6A6F945C3AA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275386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FBDB8-36C6-4744-999D-C99C2C96D370}" type="datetimeFigureOut">
              <a:rPr lang="en-DE" smtClean="0"/>
              <a:t>17.05.26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787DE-9D7F-E647-9C7A-6A6F945C3AA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6638312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9" y="237464"/>
            <a:ext cx="788670" cy="396213"/>
          </a:xfrm>
        </p:spPr>
        <p:txBody>
          <a:bodyPr anchor="b"/>
          <a:lstStyle>
            <a:lvl1pPr>
              <a:defRPr sz="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9" y="637426"/>
            <a:ext cx="788670" cy="208359"/>
          </a:xfrm>
        </p:spPr>
        <p:txBody>
          <a:bodyPr/>
          <a:lstStyle>
            <a:lvl1pPr marL="0" indent="0">
              <a:buNone/>
              <a:defRPr sz="240">
                <a:solidFill>
                  <a:schemeClr val="tx1">
                    <a:tint val="82000"/>
                  </a:schemeClr>
                </a:solidFill>
              </a:defRPr>
            </a:lvl1pPr>
            <a:lvl2pPr marL="45720" indent="0">
              <a:buNone/>
              <a:defRPr sz="200">
                <a:solidFill>
                  <a:schemeClr val="tx1">
                    <a:tint val="82000"/>
                  </a:schemeClr>
                </a:solidFill>
              </a:defRPr>
            </a:lvl2pPr>
            <a:lvl3pPr marL="91440" indent="0">
              <a:buNone/>
              <a:defRPr sz="180">
                <a:solidFill>
                  <a:schemeClr val="tx1">
                    <a:tint val="82000"/>
                  </a:schemeClr>
                </a:solidFill>
              </a:defRPr>
            </a:lvl3pPr>
            <a:lvl4pPr marL="137160" indent="0">
              <a:buNone/>
              <a:defRPr sz="160">
                <a:solidFill>
                  <a:schemeClr val="tx1">
                    <a:tint val="82000"/>
                  </a:schemeClr>
                </a:solidFill>
              </a:defRPr>
            </a:lvl4pPr>
            <a:lvl5pPr marL="182880" indent="0">
              <a:buNone/>
              <a:defRPr sz="160">
                <a:solidFill>
                  <a:schemeClr val="tx1">
                    <a:tint val="82000"/>
                  </a:schemeClr>
                </a:solidFill>
              </a:defRPr>
            </a:lvl5pPr>
            <a:lvl6pPr marL="228600" indent="0">
              <a:buNone/>
              <a:defRPr sz="160">
                <a:solidFill>
                  <a:schemeClr val="tx1">
                    <a:tint val="82000"/>
                  </a:schemeClr>
                </a:solidFill>
              </a:defRPr>
            </a:lvl6pPr>
            <a:lvl7pPr marL="274320" indent="0">
              <a:buNone/>
              <a:defRPr sz="160">
                <a:solidFill>
                  <a:schemeClr val="tx1">
                    <a:tint val="82000"/>
                  </a:schemeClr>
                </a:solidFill>
              </a:defRPr>
            </a:lvl7pPr>
            <a:lvl8pPr marL="320040" indent="0">
              <a:buNone/>
              <a:defRPr sz="160">
                <a:solidFill>
                  <a:schemeClr val="tx1">
                    <a:tint val="82000"/>
                  </a:schemeClr>
                </a:solidFill>
              </a:defRPr>
            </a:lvl8pPr>
            <a:lvl9pPr marL="365760" indent="0">
              <a:buNone/>
              <a:defRPr sz="1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FBDB8-36C6-4744-999D-C99C2C96D370}" type="datetimeFigureOut">
              <a:rPr lang="en-DE" smtClean="0"/>
              <a:t>17.05.26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787DE-9D7F-E647-9C7A-6A6F945C3AA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7761939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" y="253559"/>
            <a:ext cx="388620" cy="60435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" y="253559"/>
            <a:ext cx="388620" cy="60435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FBDB8-36C6-4744-999D-C99C2C96D370}" type="datetimeFigureOut">
              <a:rPr lang="en-DE" smtClean="0"/>
              <a:t>17.05.26</a:t>
            </a:fld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787DE-9D7F-E647-9C7A-6A6F945C3AA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1507931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" y="50712"/>
            <a:ext cx="788670" cy="18410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" y="233495"/>
            <a:ext cx="386834" cy="114432"/>
          </a:xfrm>
        </p:spPr>
        <p:txBody>
          <a:bodyPr anchor="b"/>
          <a:lstStyle>
            <a:lvl1pPr marL="0" indent="0">
              <a:buNone/>
              <a:defRPr sz="240" b="1"/>
            </a:lvl1pPr>
            <a:lvl2pPr marL="45720" indent="0">
              <a:buNone/>
              <a:defRPr sz="200" b="1"/>
            </a:lvl2pPr>
            <a:lvl3pPr marL="91440" indent="0">
              <a:buNone/>
              <a:defRPr sz="180" b="1"/>
            </a:lvl3pPr>
            <a:lvl4pPr marL="137160" indent="0">
              <a:buNone/>
              <a:defRPr sz="160" b="1"/>
            </a:lvl4pPr>
            <a:lvl5pPr marL="182880" indent="0">
              <a:buNone/>
              <a:defRPr sz="160" b="1"/>
            </a:lvl5pPr>
            <a:lvl6pPr marL="228600" indent="0">
              <a:buNone/>
              <a:defRPr sz="160" b="1"/>
            </a:lvl6pPr>
            <a:lvl7pPr marL="274320" indent="0">
              <a:buNone/>
              <a:defRPr sz="160" b="1"/>
            </a:lvl7pPr>
            <a:lvl8pPr marL="320040" indent="0">
              <a:buNone/>
              <a:defRPr sz="160" b="1"/>
            </a:lvl8pPr>
            <a:lvl9pPr marL="365760" indent="0">
              <a:buNone/>
              <a:defRPr sz="16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" y="347927"/>
            <a:ext cx="386834" cy="51174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" y="233495"/>
            <a:ext cx="388739" cy="114432"/>
          </a:xfrm>
        </p:spPr>
        <p:txBody>
          <a:bodyPr anchor="b"/>
          <a:lstStyle>
            <a:lvl1pPr marL="0" indent="0">
              <a:buNone/>
              <a:defRPr sz="240" b="1"/>
            </a:lvl1pPr>
            <a:lvl2pPr marL="45720" indent="0">
              <a:buNone/>
              <a:defRPr sz="200" b="1"/>
            </a:lvl2pPr>
            <a:lvl3pPr marL="91440" indent="0">
              <a:buNone/>
              <a:defRPr sz="180" b="1"/>
            </a:lvl3pPr>
            <a:lvl4pPr marL="137160" indent="0">
              <a:buNone/>
              <a:defRPr sz="160" b="1"/>
            </a:lvl4pPr>
            <a:lvl5pPr marL="182880" indent="0">
              <a:buNone/>
              <a:defRPr sz="160" b="1"/>
            </a:lvl5pPr>
            <a:lvl6pPr marL="228600" indent="0">
              <a:buNone/>
              <a:defRPr sz="160" b="1"/>
            </a:lvl6pPr>
            <a:lvl7pPr marL="274320" indent="0">
              <a:buNone/>
              <a:defRPr sz="160" b="1"/>
            </a:lvl7pPr>
            <a:lvl8pPr marL="320040" indent="0">
              <a:buNone/>
              <a:defRPr sz="160" b="1"/>
            </a:lvl8pPr>
            <a:lvl9pPr marL="365760" indent="0">
              <a:buNone/>
              <a:defRPr sz="16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" y="347927"/>
            <a:ext cx="388739" cy="51174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FBDB8-36C6-4744-999D-C99C2C96D370}" type="datetimeFigureOut">
              <a:rPr lang="en-DE" smtClean="0"/>
              <a:t>17.05.26</a:t>
            </a:fld>
            <a:endParaRPr lang="en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787DE-9D7F-E647-9C7A-6A6F945C3AA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962920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FBDB8-36C6-4744-999D-C99C2C96D370}" type="datetimeFigureOut">
              <a:rPr lang="en-DE" smtClean="0"/>
              <a:t>17.05.26</a:t>
            </a:fld>
            <a:endParaRPr lang="en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787DE-9D7F-E647-9C7A-6A6F945C3AA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469631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FBDB8-36C6-4744-999D-C99C2C96D370}" type="datetimeFigureOut">
              <a:rPr lang="en-DE" smtClean="0"/>
              <a:t>17.05.26</a:t>
            </a:fld>
            <a:endParaRPr lang="en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787DE-9D7F-E647-9C7A-6A6F945C3AA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8448585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" y="63500"/>
            <a:ext cx="294918" cy="222250"/>
          </a:xfrm>
        </p:spPr>
        <p:txBody>
          <a:bodyPr anchor="b"/>
          <a:lstStyle>
            <a:lvl1pPr>
              <a:defRPr sz="32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" y="137143"/>
            <a:ext cx="462915" cy="676892"/>
          </a:xfrm>
        </p:spPr>
        <p:txBody>
          <a:bodyPr/>
          <a:lstStyle>
            <a:lvl1pPr>
              <a:defRPr sz="320"/>
            </a:lvl1pPr>
            <a:lvl2pPr>
              <a:defRPr sz="280"/>
            </a:lvl2pPr>
            <a:lvl3pPr>
              <a:defRPr sz="240"/>
            </a:lvl3pPr>
            <a:lvl4pPr>
              <a:defRPr sz="200"/>
            </a:lvl4pPr>
            <a:lvl5pPr>
              <a:defRPr sz="200"/>
            </a:lvl5pPr>
            <a:lvl6pPr>
              <a:defRPr sz="200"/>
            </a:lvl6pPr>
            <a:lvl7pPr>
              <a:defRPr sz="200"/>
            </a:lvl7pPr>
            <a:lvl8pPr>
              <a:defRPr sz="200"/>
            </a:lvl8pPr>
            <a:lvl9pPr>
              <a:defRPr sz="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" y="285750"/>
            <a:ext cx="294918" cy="529387"/>
          </a:xfrm>
        </p:spPr>
        <p:txBody>
          <a:bodyPr/>
          <a:lstStyle>
            <a:lvl1pPr marL="0" indent="0">
              <a:buNone/>
              <a:defRPr sz="160"/>
            </a:lvl1pPr>
            <a:lvl2pPr marL="45720" indent="0">
              <a:buNone/>
              <a:defRPr sz="140"/>
            </a:lvl2pPr>
            <a:lvl3pPr marL="91440" indent="0">
              <a:buNone/>
              <a:defRPr sz="120"/>
            </a:lvl3pPr>
            <a:lvl4pPr marL="137160" indent="0">
              <a:buNone/>
              <a:defRPr sz="100"/>
            </a:lvl4pPr>
            <a:lvl5pPr marL="182880" indent="0">
              <a:buNone/>
              <a:defRPr sz="100"/>
            </a:lvl5pPr>
            <a:lvl6pPr marL="228600" indent="0">
              <a:buNone/>
              <a:defRPr sz="100"/>
            </a:lvl6pPr>
            <a:lvl7pPr marL="274320" indent="0">
              <a:buNone/>
              <a:defRPr sz="100"/>
            </a:lvl7pPr>
            <a:lvl8pPr marL="320040" indent="0">
              <a:buNone/>
              <a:defRPr sz="100"/>
            </a:lvl8pPr>
            <a:lvl9pPr marL="365760" indent="0">
              <a:buNone/>
              <a:defRPr sz="1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FBDB8-36C6-4744-999D-C99C2C96D370}" type="datetimeFigureOut">
              <a:rPr lang="en-DE" smtClean="0"/>
              <a:t>17.05.26</a:t>
            </a:fld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787DE-9D7F-E647-9C7A-6A6F945C3AA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7203749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" y="63500"/>
            <a:ext cx="294918" cy="222250"/>
          </a:xfrm>
        </p:spPr>
        <p:txBody>
          <a:bodyPr anchor="b"/>
          <a:lstStyle>
            <a:lvl1pPr>
              <a:defRPr sz="32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" y="137143"/>
            <a:ext cx="462915" cy="676892"/>
          </a:xfrm>
        </p:spPr>
        <p:txBody>
          <a:bodyPr anchor="t"/>
          <a:lstStyle>
            <a:lvl1pPr marL="0" indent="0">
              <a:buNone/>
              <a:defRPr sz="320"/>
            </a:lvl1pPr>
            <a:lvl2pPr marL="45720" indent="0">
              <a:buNone/>
              <a:defRPr sz="280"/>
            </a:lvl2pPr>
            <a:lvl3pPr marL="91440" indent="0">
              <a:buNone/>
              <a:defRPr sz="240"/>
            </a:lvl3pPr>
            <a:lvl4pPr marL="137160" indent="0">
              <a:buNone/>
              <a:defRPr sz="200"/>
            </a:lvl4pPr>
            <a:lvl5pPr marL="182880" indent="0">
              <a:buNone/>
              <a:defRPr sz="200"/>
            </a:lvl5pPr>
            <a:lvl6pPr marL="228600" indent="0">
              <a:buNone/>
              <a:defRPr sz="200"/>
            </a:lvl6pPr>
            <a:lvl7pPr marL="274320" indent="0">
              <a:buNone/>
              <a:defRPr sz="200"/>
            </a:lvl7pPr>
            <a:lvl8pPr marL="320040" indent="0">
              <a:buNone/>
              <a:defRPr sz="200"/>
            </a:lvl8pPr>
            <a:lvl9pPr marL="365760" indent="0">
              <a:buNone/>
              <a:defRPr sz="2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" y="285750"/>
            <a:ext cx="294918" cy="529387"/>
          </a:xfrm>
        </p:spPr>
        <p:txBody>
          <a:bodyPr/>
          <a:lstStyle>
            <a:lvl1pPr marL="0" indent="0">
              <a:buNone/>
              <a:defRPr sz="160"/>
            </a:lvl1pPr>
            <a:lvl2pPr marL="45720" indent="0">
              <a:buNone/>
              <a:defRPr sz="140"/>
            </a:lvl2pPr>
            <a:lvl3pPr marL="91440" indent="0">
              <a:buNone/>
              <a:defRPr sz="120"/>
            </a:lvl3pPr>
            <a:lvl4pPr marL="137160" indent="0">
              <a:buNone/>
              <a:defRPr sz="100"/>
            </a:lvl4pPr>
            <a:lvl5pPr marL="182880" indent="0">
              <a:buNone/>
              <a:defRPr sz="100"/>
            </a:lvl5pPr>
            <a:lvl6pPr marL="228600" indent="0">
              <a:buNone/>
              <a:defRPr sz="100"/>
            </a:lvl6pPr>
            <a:lvl7pPr marL="274320" indent="0">
              <a:buNone/>
              <a:defRPr sz="100"/>
            </a:lvl7pPr>
            <a:lvl8pPr marL="320040" indent="0">
              <a:buNone/>
              <a:defRPr sz="100"/>
            </a:lvl8pPr>
            <a:lvl9pPr marL="365760" indent="0">
              <a:buNone/>
              <a:defRPr sz="1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FBDB8-36C6-4744-999D-C99C2C96D370}" type="datetimeFigureOut">
              <a:rPr lang="en-DE" smtClean="0"/>
              <a:t>17.05.26</a:t>
            </a:fld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787DE-9D7F-E647-9C7A-6A6F945C3AA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095605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FBDB8-36C6-4744-999D-C99C2C96D370}" type="datetimeFigureOut">
              <a:rPr lang="en-DE" smtClean="0"/>
              <a:t>17.05.26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787DE-9D7F-E647-9C7A-6A6F945C3AA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2542645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" y="50712"/>
            <a:ext cx="197168" cy="8072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" y="50712"/>
            <a:ext cx="580073" cy="80720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FBDB8-36C6-4744-999D-C99C2C96D370}" type="datetimeFigureOut">
              <a:rPr lang="en-DE" smtClean="0"/>
              <a:t>17.05.26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787DE-9D7F-E647-9C7A-6A6F945C3AA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77182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" y="50712"/>
            <a:ext cx="788670" cy="1841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" y="253559"/>
            <a:ext cx="788670" cy="6043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" y="882827"/>
            <a:ext cx="205740" cy="507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9FBDB8-36C6-4744-999D-C99C2C96D370}" type="datetimeFigureOut">
              <a:rPr lang="en-DE" smtClean="0"/>
              <a:t>17.05.26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" y="882827"/>
            <a:ext cx="308610" cy="507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" y="882827"/>
            <a:ext cx="205740" cy="507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6787DE-9D7F-E647-9C7A-6A6F945C3AA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0217644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93" r:id="rId1"/>
    <p:sldLayoutId id="2147484094" r:id="rId2"/>
    <p:sldLayoutId id="2147484095" r:id="rId3"/>
    <p:sldLayoutId id="2147484096" r:id="rId4"/>
    <p:sldLayoutId id="2147484097" r:id="rId5"/>
    <p:sldLayoutId id="2147484098" r:id="rId6"/>
    <p:sldLayoutId id="2147484099" r:id="rId7"/>
    <p:sldLayoutId id="2147484100" r:id="rId8"/>
    <p:sldLayoutId id="2147484101" r:id="rId9"/>
    <p:sldLayoutId id="2147484102" r:id="rId10"/>
    <p:sldLayoutId id="2147484103" r:id="rId11"/>
  </p:sldLayoutIdLst>
  <p:txStyles>
    <p:titleStyle>
      <a:lvl1pPr algn="l" defTabSz="91440" rtl="0" eaLnBrk="1" latinLnBrk="0" hangingPunct="1">
        <a:lnSpc>
          <a:spcPct val="90000"/>
        </a:lnSpc>
        <a:spcBef>
          <a:spcPct val="0"/>
        </a:spcBef>
        <a:buNone/>
        <a:defRPr sz="4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" indent="-22860" algn="l" defTabSz="91440" rtl="0" eaLnBrk="1" latinLnBrk="0" hangingPunct="1">
        <a:lnSpc>
          <a:spcPct val="90000"/>
        </a:lnSpc>
        <a:spcBef>
          <a:spcPts val="100"/>
        </a:spcBef>
        <a:buFont typeface="Arial" panose="020B0604020202020204" pitchFamily="34" charset="0"/>
        <a:buChar char="•"/>
        <a:defRPr sz="28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" indent="-22860" algn="l" defTabSz="91440" rtl="0" eaLnBrk="1" latinLnBrk="0" hangingPunct="1">
        <a:lnSpc>
          <a:spcPct val="90000"/>
        </a:lnSpc>
        <a:spcBef>
          <a:spcPts val="50"/>
        </a:spcBef>
        <a:buFont typeface="Arial" panose="020B0604020202020204" pitchFamily="34" charset="0"/>
        <a:buChar char="•"/>
        <a:defRPr sz="24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" indent="-22860" algn="l" defTabSz="91440" rtl="0" eaLnBrk="1" latinLnBrk="0" hangingPunct="1">
        <a:lnSpc>
          <a:spcPct val="90000"/>
        </a:lnSpc>
        <a:spcBef>
          <a:spcPts val="50"/>
        </a:spcBef>
        <a:buFont typeface="Arial" panose="020B0604020202020204" pitchFamily="34" charset="0"/>
        <a:buChar char="•"/>
        <a:defRPr sz="2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" indent="-22860" algn="l" defTabSz="91440" rtl="0" eaLnBrk="1" latinLnBrk="0" hangingPunct="1">
        <a:lnSpc>
          <a:spcPct val="90000"/>
        </a:lnSpc>
        <a:spcBef>
          <a:spcPts val="50"/>
        </a:spcBef>
        <a:buFont typeface="Arial" panose="020B0604020202020204" pitchFamily="34" charset="0"/>
        <a:buChar char="•"/>
        <a:defRPr sz="18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" indent="-22860" algn="l" defTabSz="91440" rtl="0" eaLnBrk="1" latinLnBrk="0" hangingPunct="1">
        <a:lnSpc>
          <a:spcPct val="90000"/>
        </a:lnSpc>
        <a:spcBef>
          <a:spcPts val="50"/>
        </a:spcBef>
        <a:buFont typeface="Arial" panose="020B0604020202020204" pitchFamily="34" charset="0"/>
        <a:buChar char="•"/>
        <a:defRPr sz="18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" indent="-22860" algn="l" defTabSz="91440" rtl="0" eaLnBrk="1" latinLnBrk="0" hangingPunct="1">
        <a:lnSpc>
          <a:spcPct val="90000"/>
        </a:lnSpc>
        <a:spcBef>
          <a:spcPts val="50"/>
        </a:spcBef>
        <a:buFont typeface="Arial" panose="020B0604020202020204" pitchFamily="34" charset="0"/>
        <a:buChar char="•"/>
        <a:defRPr sz="18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" indent="-22860" algn="l" defTabSz="91440" rtl="0" eaLnBrk="1" latinLnBrk="0" hangingPunct="1">
        <a:lnSpc>
          <a:spcPct val="90000"/>
        </a:lnSpc>
        <a:spcBef>
          <a:spcPts val="50"/>
        </a:spcBef>
        <a:buFont typeface="Arial" panose="020B0604020202020204" pitchFamily="34" charset="0"/>
        <a:buChar char="•"/>
        <a:defRPr sz="18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" indent="-22860" algn="l" defTabSz="91440" rtl="0" eaLnBrk="1" latinLnBrk="0" hangingPunct="1">
        <a:lnSpc>
          <a:spcPct val="90000"/>
        </a:lnSpc>
        <a:spcBef>
          <a:spcPts val="50"/>
        </a:spcBef>
        <a:buFont typeface="Arial" panose="020B0604020202020204" pitchFamily="34" charset="0"/>
        <a:buChar char="•"/>
        <a:defRPr sz="18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" indent="-22860" algn="l" defTabSz="91440" rtl="0" eaLnBrk="1" latinLnBrk="0" hangingPunct="1">
        <a:lnSpc>
          <a:spcPct val="90000"/>
        </a:lnSpc>
        <a:spcBef>
          <a:spcPts val="50"/>
        </a:spcBef>
        <a:buFont typeface="Arial" panose="020B0604020202020204" pitchFamily="34" charset="0"/>
        <a:buChar char="•"/>
        <a:defRPr sz="1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" rtl="0" eaLnBrk="1" latinLnBrk="0" hangingPunct="1">
        <a:defRPr sz="18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" algn="l" defTabSz="91440" rtl="0" eaLnBrk="1" latinLnBrk="0" hangingPunct="1">
        <a:defRPr sz="18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" algn="l" defTabSz="91440" rtl="0" eaLnBrk="1" latinLnBrk="0" hangingPunct="1">
        <a:defRPr sz="18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" algn="l" defTabSz="91440" rtl="0" eaLnBrk="1" latinLnBrk="0" hangingPunct="1">
        <a:defRPr sz="18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" algn="l" defTabSz="91440" rtl="0" eaLnBrk="1" latinLnBrk="0" hangingPunct="1">
        <a:defRPr sz="18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" algn="l" defTabSz="91440" rtl="0" eaLnBrk="1" latinLnBrk="0" hangingPunct="1">
        <a:defRPr sz="18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" algn="l" defTabSz="91440" rtl="0" eaLnBrk="1" latinLnBrk="0" hangingPunct="1">
        <a:defRPr sz="18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" algn="l" defTabSz="91440" rtl="0" eaLnBrk="1" latinLnBrk="0" hangingPunct="1">
        <a:defRPr sz="18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" algn="l" defTabSz="91440" rtl="0" eaLnBrk="1" latinLnBrk="0" hangingPunct="1">
        <a:defRPr sz="1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emf"/><Relationship Id="rId5" Type="http://schemas.openxmlformats.org/officeDocument/2006/relationships/image" Target="../media/image3.emf"/><Relationship Id="rId4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30">
            <a:extLst>
              <a:ext uri="{FF2B5EF4-FFF2-40B4-BE49-F238E27FC236}">
                <a16:creationId xmlns:a16="http://schemas.microsoft.com/office/drawing/2014/main" id="{9E7683A1-83C7-9A05-42AA-1101EB3A1B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084" y="478912"/>
            <a:ext cx="483707" cy="483707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BE13DED2-365C-4740-8869-C8C9EE4610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3" y="479463"/>
            <a:ext cx="483708" cy="483708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1746E8BB-FEAA-92E5-D57D-6410460A89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6593" y="0"/>
            <a:ext cx="483707" cy="483707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17265707-2863-FD25-A11B-C3B1AF182D4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60" y="2853"/>
            <a:ext cx="477271" cy="477271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DC906670-70EC-0D32-78BC-09F1E6B2E11F}"/>
              </a:ext>
            </a:extLst>
          </p:cNvPr>
          <p:cNvSpPr txBox="1"/>
          <p:nvPr/>
        </p:nvSpPr>
        <p:spPr>
          <a:xfrm>
            <a:off x="68569" y="702878"/>
            <a:ext cx="301310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400" dirty="0"/>
              <a:t>CDS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0D45F79-D533-FE09-4293-83A07AEBA2C5}"/>
              </a:ext>
            </a:extLst>
          </p:cNvPr>
          <p:cNvSpPr txBox="1"/>
          <p:nvPr/>
        </p:nvSpPr>
        <p:spPr>
          <a:xfrm>
            <a:off x="590556" y="468835"/>
            <a:ext cx="507389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400" dirty="0"/>
              <a:t>Promoter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AE3F008-9742-EF2F-F0C6-D7C0B2C3BBEE}"/>
              </a:ext>
            </a:extLst>
          </p:cNvPr>
          <p:cNvSpPr txBox="1"/>
          <p:nvPr/>
        </p:nvSpPr>
        <p:spPr>
          <a:xfrm>
            <a:off x="226349" y="3149"/>
            <a:ext cx="301310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400" dirty="0"/>
              <a:t>CDS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8B98AB2-604D-63B5-8CAF-1D0D6CC10F9D}"/>
              </a:ext>
            </a:extLst>
          </p:cNvPr>
          <p:cNvSpPr txBox="1"/>
          <p:nvPr/>
        </p:nvSpPr>
        <p:spPr>
          <a:xfrm>
            <a:off x="472500" y="64911"/>
            <a:ext cx="507389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400" dirty="0"/>
              <a:t>Promoter</a:t>
            </a:r>
          </a:p>
        </p:txBody>
      </p:sp>
    </p:spTree>
    <p:extLst>
      <p:ext uri="{BB962C8B-B14F-4D97-AF65-F5344CB8AC3E}">
        <p14:creationId xmlns:p14="http://schemas.microsoft.com/office/powerpoint/2010/main" val="11351848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3138</TotalTime>
  <Words>299</Words>
  <Application>Microsoft Macintosh PowerPoint</Application>
  <PresentationFormat>Custom</PresentationFormat>
  <Paragraphs>29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RAMESH, Arunkumar (SALISBURY NHS FOUNDATION TRUST)</dc:creator>
  <cp:lastModifiedBy>RAMESH, Arunkumar (SALISBURY NHS FOUNDATION TRUST)</cp:lastModifiedBy>
  <cp:revision>36</cp:revision>
  <dcterms:created xsi:type="dcterms:W3CDTF">2026-04-28T09:32:36Z</dcterms:created>
  <dcterms:modified xsi:type="dcterms:W3CDTF">2026-05-17T21:08:57Z</dcterms:modified>
</cp:coreProperties>
</file>