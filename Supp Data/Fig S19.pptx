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04" r:id="rId1"/>
  </p:sldMasterIdLst>
  <p:sldIdLst>
    <p:sldId id="256" r:id="rId2"/>
  </p:sldIdLst>
  <p:sldSz cx="1582738" cy="1800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520"/>
    <p:restoredTop sz="94686"/>
  </p:normalViewPr>
  <p:slideViewPr>
    <p:cSldViewPr snapToGrid="0">
      <p:cViewPr>
        <p:scale>
          <a:sx n="400" d="100"/>
          <a:sy n="400" d="100"/>
        </p:scale>
        <p:origin x="2056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706" y="294620"/>
            <a:ext cx="1345327" cy="626745"/>
          </a:xfrm>
        </p:spPr>
        <p:txBody>
          <a:bodyPr anchor="b"/>
          <a:lstStyle>
            <a:lvl1pPr algn="ctr">
              <a:defRPr sz="103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7842" y="945535"/>
            <a:ext cx="1187054" cy="434638"/>
          </a:xfrm>
        </p:spPr>
        <p:txBody>
          <a:bodyPr/>
          <a:lstStyle>
            <a:lvl1pPr marL="0" indent="0" algn="ctr">
              <a:buNone/>
              <a:defRPr sz="415"/>
            </a:lvl1pPr>
            <a:lvl2pPr marL="79141" indent="0" algn="ctr">
              <a:buNone/>
              <a:defRPr sz="346"/>
            </a:lvl2pPr>
            <a:lvl3pPr marL="158283" indent="0" algn="ctr">
              <a:buNone/>
              <a:defRPr sz="312"/>
            </a:lvl3pPr>
            <a:lvl4pPr marL="237424" indent="0" algn="ctr">
              <a:buNone/>
              <a:defRPr sz="277"/>
            </a:lvl4pPr>
            <a:lvl5pPr marL="316565" indent="0" algn="ctr">
              <a:buNone/>
              <a:defRPr sz="277"/>
            </a:lvl5pPr>
            <a:lvl6pPr marL="395707" indent="0" algn="ctr">
              <a:buNone/>
              <a:defRPr sz="277"/>
            </a:lvl6pPr>
            <a:lvl7pPr marL="474848" indent="0" algn="ctr">
              <a:buNone/>
              <a:defRPr sz="277"/>
            </a:lvl7pPr>
            <a:lvl8pPr marL="553989" indent="0" algn="ctr">
              <a:buNone/>
              <a:defRPr sz="277"/>
            </a:lvl8pPr>
            <a:lvl9pPr marL="633131" indent="0" algn="ctr">
              <a:buNone/>
              <a:defRPr sz="277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20.05.26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66212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20.05.26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8978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89" y="448807"/>
            <a:ext cx="1365112" cy="748843"/>
          </a:xfrm>
        </p:spPr>
        <p:txBody>
          <a:bodyPr anchor="b"/>
          <a:lstStyle>
            <a:lvl1pPr>
              <a:defRPr sz="103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989" y="1204734"/>
            <a:ext cx="1365112" cy="393799"/>
          </a:xfrm>
        </p:spPr>
        <p:txBody>
          <a:bodyPr/>
          <a:lstStyle>
            <a:lvl1pPr marL="0" indent="0">
              <a:buNone/>
              <a:defRPr sz="415">
                <a:solidFill>
                  <a:schemeClr val="tx1">
                    <a:tint val="82000"/>
                  </a:schemeClr>
                </a:solidFill>
              </a:defRPr>
            </a:lvl1pPr>
            <a:lvl2pPr marL="79141" indent="0">
              <a:buNone/>
              <a:defRPr sz="346">
                <a:solidFill>
                  <a:schemeClr val="tx1">
                    <a:tint val="82000"/>
                  </a:schemeClr>
                </a:solidFill>
              </a:defRPr>
            </a:lvl2pPr>
            <a:lvl3pPr marL="158283" indent="0">
              <a:buNone/>
              <a:defRPr sz="312">
                <a:solidFill>
                  <a:schemeClr val="tx1">
                    <a:tint val="82000"/>
                  </a:schemeClr>
                </a:solidFill>
              </a:defRPr>
            </a:lvl3pPr>
            <a:lvl4pPr marL="237424" indent="0">
              <a:buNone/>
              <a:defRPr sz="277">
                <a:solidFill>
                  <a:schemeClr val="tx1">
                    <a:tint val="82000"/>
                  </a:schemeClr>
                </a:solidFill>
              </a:defRPr>
            </a:lvl4pPr>
            <a:lvl5pPr marL="316565" indent="0">
              <a:buNone/>
              <a:defRPr sz="277">
                <a:solidFill>
                  <a:schemeClr val="tx1">
                    <a:tint val="82000"/>
                  </a:schemeClr>
                </a:solidFill>
              </a:defRPr>
            </a:lvl5pPr>
            <a:lvl6pPr marL="395707" indent="0">
              <a:buNone/>
              <a:defRPr sz="277">
                <a:solidFill>
                  <a:schemeClr val="tx1">
                    <a:tint val="82000"/>
                  </a:schemeClr>
                </a:solidFill>
              </a:defRPr>
            </a:lvl6pPr>
            <a:lvl7pPr marL="474848" indent="0">
              <a:buNone/>
              <a:defRPr sz="277">
                <a:solidFill>
                  <a:schemeClr val="tx1">
                    <a:tint val="82000"/>
                  </a:schemeClr>
                </a:solidFill>
              </a:defRPr>
            </a:lvl7pPr>
            <a:lvl8pPr marL="553989" indent="0">
              <a:buNone/>
              <a:defRPr sz="277">
                <a:solidFill>
                  <a:schemeClr val="tx1">
                    <a:tint val="82000"/>
                  </a:schemeClr>
                </a:solidFill>
              </a:defRPr>
            </a:lvl8pPr>
            <a:lvl9pPr marL="633131" indent="0">
              <a:buNone/>
              <a:defRPr sz="27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20.05.26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64042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813" y="479227"/>
            <a:ext cx="672664" cy="114222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1261" y="479227"/>
            <a:ext cx="672664" cy="114222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20.05.26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7772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19" y="95846"/>
            <a:ext cx="1365112" cy="34796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20" y="441305"/>
            <a:ext cx="669572" cy="216277"/>
          </a:xfrm>
        </p:spPr>
        <p:txBody>
          <a:bodyPr anchor="b"/>
          <a:lstStyle>
            <a:lvl1pPr marL="0" indent="0">
              <a:buNone/>
              <a:defRPr sz="415" b="1"/>
            </a:lvl1pPr>
            <a:lvl2pPr marL="79141" indent="0">
              <a:buNone/>
              <a:defRPr sz="346" b="1"/>
            </a:lvl2pPr>
            <a:lvl3pPr marL="158283" indent="0">
              <a:buNone/>
              <a:defRPr sz="312" b="1"/>
            </a:lvl3pPr>
            <a:lvl4pPr marL="237424" indent="0">
              <a:buNone/>
              <a:defRPr sz="277" b="1"/>
            </a:lvl4pPr>
            <a:lvl5pPr marL="316565" indent="0">
              <a:buNone/>
              <a:defRPr sz="277" b="1"/>
            </a:lvl5pPr>
            <a:lvl6pPr marL="395707" indent="0">
              <a:buNone/>
              <a:defRPr sz="277" b="1"/>
            </a:lvl6pPr>
            <a:lvl7pPr marL="474848" indent="0">
              <a:buNone/>
              <a:defRPr sz="277" b="1"/>
            </a:lvl7pPr>
            <a:lvl8pPr marL="553989" indent="0">
              <a:buNone/>
              <a:defRPr sz="277" b="1"/>
            </a:lvl8pPr>
            <a:lvl9pPr marL="633131" indent="0">
              <a:buNone/>
              <a:defRPr sz="27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020" y="657582"/>
            <a:ext cx="669572" cy="9672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1261" y="441305"/>
            <a:ext cx="672870" cy="216277"/>
          </a:xfrm>
        </p:spPr>
        <p:txBody>
          <a:bodyPr anchor="b"/>
          <a:lstStyle>
            <a:lvl1pPr marL="0" indent="0">
              <a:buNone/>
              <a:defRPr sz="415" b="1"/>
            </a:lvl1pPr>
            <a:lvl2pPr marL="79141" indent="0">
              <a:buNone/>
              <a:defRPr sz="346" b="1"/>
            </a:lvl2pPr>
            <a:lvl3pPr marL="158283" indent="0">
              <a:buNone/>
              <a:defRPr sz="312" b="1"/>
            </a:lvl3pPr>
            <a:lvl4pPr marL="237424" indent="0">
              <a:buNone/>
              <a:defRPr sz="277" b="1"/>
            </a:lvl4pPr>
            <a:lvl5pPr marL="316565" indent="0">
              <a:buNone/>
              <a:defRPr sz="277" b="1"/>
            </a:lvl5pPr>
            <a:lvl6pPr marL="395707" indent="0">
              <a:buNone/>
              <a:defRPr sz="277" b="1"/>
            </a:lvl6pPr>
            <a:lvl7pPr marL="474848" indent="0">
              <a:buNone/>
              <a:defRPr sz="277" b="1"/>
            </a:lvl7pPr>
            <a:lvl8pPr marL="553989" indent="0">
              <a:buNone/>
              <a:defRPr sz="277" b="1"/>
            </a:lvl8pPr>
            <a:lvl9pPr marL="633131" indent="0">
              <a:buNone/>
              <a:defRPr sz="277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01261" y="657582"/>
            <a:ext cx="672870" cy="9672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20.05.26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83123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20.05.26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43689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20.05.26</a:t>
            </a:fld>
            <a:endParaRPr lang="en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683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19" y="120015"/>
            <a:ext cx="510474" cy="420053"/>
          </a:xfrm>
        </p:spPr>
        <p:txBody>
          <a:bodyPr anchor="b"/>
          <a:lstStyle>
            <a:lvl1pPr>
              <a:defRPr sz="55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2870" y="259199"/>
            <a:ext cx="801261" cy="1279327"/>
          </a:xfrm>
        </p:spPr>
        <p:txBody>
          <a:bodyPr/>
          <a:lstStyle>
            <a:lvl1pPr>
              <a:defRPr sz="554"/>
            </a:lvl1pPr>
            <a:lvl2pPr>
              <a:defRPr sz="485"/>
            </a:lvl2pPr>
            <a:lvl3pPr>
              <a:defRPr sz="415"/>
            </a:lvl3pPr>
            <a:lvl4pPr>
              <a:defRPr sz="346"/>
            </a:lvl4pPr>
            <a:lvl5pPr>
              <a:defRPr sz="346"/>
            </a:lvl5pPr>
            <a:lvl6pPr>
              <a:defRPr sz="346"/>
            </a:lvl6pPr>
            <a:lvl7pPr>
              <a:defRPr sz="346"/>
            </a:lvl7pPr>
            <a:lvl8pPr>
              <a:defRPr sz="346"/>
            </a:lvl8pPr>
            <a:lvl9pPr>
              <a:defRPr sz="346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019" y="540067"/>
            <a:ext cx="510474" cy="1000542"/>
          </a:xfrm>
        </p:spPr>
        <p:txBody>
          <a:bodyPr/>
          <a:lstStyle>
            <a:lvl1pPr marL="0" indent="0">
              <a:buNone/>
              <a:defRPr sz="277"/>
            </a:lvl1pPr>
            <a:lvl2pPr marL="79141" indent="0">
              <a:buNone/>
              <a:defRPr sz="242"/>
            </a:lvl2pPr>
            <a:lvl3pPr marL="158283" indent="0">
              <a:buNone/>
              <a:defRPr sz="208"/>
            </a:lvl3pPr>
            <a:lvl4pPr marL="237424" indent="0">
              <a:buNone/>
              <a:defRPr sz="173"/>
            </a:lvl4pPr>
            <a:lvl5pPr marL="316565" indent="0">
              <a:buNone/>
              <a:defRPr sz="173"/>
            </a:lvl5pPr>
            <a:lvl6pPr marL="395707" indent="0">
              <a:buNone/>
              <a:defRPr sz="173"/>
            </a:lvl6pPr>
            <a:lvl7pPr marL="474848" indent="0">
              <a:buNone/>
              <a:defRPr sz="173"/>
            </a:lvl7pPr>
            <a:lvl8pPr marL="553989" indent="0">
              <a:buNone/>
              <a:defRPr sz="173"/>
            </a:lvl8pPr>
            <a:lvl9pPr marL="633131" indent="0">
              <a:buNone/>
              <a:defRPr sz="17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20.05.26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61244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19" y="120015"/>
            <a:ext cx="510474" cy="420053"/>
          </a:xfrm>
        </p:spPr>
        <p:txBody>
          <a:bodyPr anchor="b"/>
          <a:lstStyle>
            <a:lvl1pPr>
              <a:defRPr sz="55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2870" y="259199"/>
            <a:ext cx="801261" cy="1279327"/>
          </a:xfrm>
        </p:spPr>
        <p:txBody>
          <a:bodyPr anchor="t"/>
          <a:lstStyle>
            <a:lvl1pPr marL="0" indent="0">
              <a:buNone/>
              <a:defRPr sz="554"/>
            </a:lvl1pPr>
            <a:lvl2pPr marL="79141" indent="0">
              <a:buNone/>
              <a:defRPr sz="485"/>
            </a:lvl2pPr>
            <a:lvl3pPr marL="158283" indent="0">
              <a:buNone/>
              <a:defRPr sz="415"/>
            </a:lvl3pPr>
            <a:lvl4pPr marL="237424" indent="0">
              <a:buNone/>
              <a:defRPr sz="346"/>
            </a:lvl4pPr>
            <a:lvl5pPr marL="316565" indent="0">
              <a:buNone/>
              <a:defRPr sz="346"/>
            </a:lvl5pPr>
            <a:lvl6pPr marL="395707" indent="0">
              <a:buNone/>
              <a:defRPr sz="346"/>
            </a:lvl6pPr>
            <a:lvl7pPr marL="474848" indent="0">
              <a:buNone/>
              <a:defRPr sz="346"/>
            </a:lvl7pPr>
            <a:lvl8pPr marL="553989" indent="0">
              <a:buNone/>
              <a:defRPr sz="346"/>
            </a:lvl8pPr>
            <a:lvl9pPr marL="633131" indent="0">
              <a:buNone/>
              <a:defRPr sz="346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019" y="540067"/>
            <a:ext cx="510474" cy="1000542"/>
          </a:xfrm>
        </p:spPr>
        <p:txBody>
          <a:bodyPr/>
          <a:lstStyle>
            <a:lvl1pPr marL="0" indent="0">
              <a:buNone/>
              <a:defRPr sz="277"/>
            </a:lvl1pPr>
            <a:lvl2pPr marL="79141" indent="0">
              <a:buNone/>
              <a:defRPr sz="242"/>
            </a:lvl2pPr>
            <a:lvl3pPr marL="158283" indent="0">
              <a:buNone/>
              <a:defRPr sz="208"/>
            </a:lvl3pPr>
            <a:lvl4pPr marL="237424" indent="0">
              <a:buNone/>
              <a:defRPr sz="173"/>
            </a:lvl4pPr>
            <a:lvl5pPr marL="316565" indent="0">
              <a:buNone/>
              <a:defRPr sz="173"/>
            </a:lvl5pPr>
            <a:lvl6pPr marL="395707" indent="0">
              <a:buNone/>
              <a:defRPr sz="173"/>
            </a:lvl6pPr>
            <a:lvl7pPr marL="474848" indent="0">
              <a:buNone/>
              <a:defRPr sz="173"/>
            </a:lvl7pPr>
            <a:lvl8pPr marL="553989" indent="0">
              <a:buNone/>
              <a:defRPr sz="173"/>
            </a:lvl8pPr>
            <a:lvl9pPr marL="633131" indent="0">
              <a:buNone/>
              <a:defRPr sz="17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20.05.26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7095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20.05.26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31825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2647" y="95846"/>
            <a:ext cx="341278" cy="152560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814" y="95846"/>
            <a:ext cx="1004049" cy="152560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20.05.26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98312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13" y="95846"/>
            <a:ext cx="1365112" cy="347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13" y="479227"/>
            <a:ext cx="1365112" cy="1142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813" y="1668542"/>
            <a:ext cx="356116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4B9C68-ABAC-C142-8961-EC46C7438EC9}" type="datetimeFigureOut">
              <a:rPr lang="en-DE" smtClean="0"/>
              <a:t>20.05.26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4282" y="1668542"/>
            <a:ext cx="534174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7809" y="1668542"/>
            <a:ext cx="356116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61225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5" r:id="rId1"/>
    <p:sldLayoutId id="2147484106" r:id="rId2"/>
    <p:sldLayoutId id="2147484107" r:id="rId3"/>
    <p:sldLayoutId id="2147484108" r:id="rId4"/>
    <p:sldLayoutId id="2147484109" r:id="rId5"/>
    <p:sldLayoutId id="2147484110" r:id="rId6"/>
    <p:sldLayoutId id="2147484111" r:id="rId7"/>
    <p:sldLayoutId id="2147484112" r:id="rId8"/>
    <p:sldLayoutId id="2147484113" r:id="rId9"/>
    <p:sldLayoutId id="2147484114" r:id="rId10"/>
    <p:sldLayoutId id="2147484115" r:id="rId11"/>
  </p:sldLayoutIdLst>
  <p:txStyles>
    <p:titleStyle>
      <a:lvl1pPr algn="l" defTabSz="158283" rtl="0" eaLnBrk="1" latinLnBrk="0" hangingPunct="1">
        <a:lnSpc>
          <a:spcPct val="90000"/>
        </a:lnSpc>
        <a:spcBef>
          <a:spcPct val="0"/>
        </a:spcBef>
        <a:buNone/>
        <a:defRPr sz="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571" indent="-39571" algn="l" defTabSz="158283" rtl="0" eaLnBrk="1" latinLnBrk="0" hangingPunct="1">
        <a:lnSpc>
          <a:spcPct val="90000"/>
        </a:lnSpc>
        <a:spcBef>
          <a:spcPts val="173"/>
        </a:spcBef>
        <a:buFont typeface="Arial" panose="020B0604020202020204" pitchFamily="34" charset="0"/>
        <a:buChar char="•"/>
        <a:defRPr sz="485" kern="1200">
          <a:solidFill>
            <a:schemeClr val="tx1"/>
          </a:solidFill>
          <a:latin typeface="+mn-lt"/>
          <a:ea typeface="+mn-ea"/>
          <a:cs typeface="+mn-cs"/>
        </a:defRPr>
      </a:lvl1pPr>
      <a:lvl2pPr marL="118712" indent="-39571" algn="l" defTabSz="158283" rtl="0" eaLnBrk="1" latinLnBrk="0" hangingPunct="1">
        <a:lnSpc>
          <a:spcPct val="90000"/>
        </a:lnSpc>
        <a:spcBef>
          <a:spcPts val="87"/>
        </a:spcBef>
        <a:buFont typeface="Arial" panose="020B0604020202020204" pitchFamily="34" charset="0"/>
        <a:buChar char="•"/>
        <a:defRPr sz="415" kern="1200">
          <a:solidFill>
            <a:schemeClr val="tx1"/>
          </a:solidFill>
          <a:latin typeface="+mn-lt"/>
          <a:ea typeface="+mn-ea"/>
          <a:cs typeface="+mn-cs"/>
        </a:defRPr>
      </a:lvl2pPr>
      <a:lvl3pPr marL="197853" indent="-39571" algn="l" defTabSz="158283" rtl="0" eaLnBrk="1" latinLnBrk="0" hangingPunct="1">
        <a:lnSpc>
          <a:spcPct val="90000"/>
        </a:lnSpc>
        <a:spcBef>
          <a:spcPts val="87"/>
        </a:spcBef>
        <a:buFont typeface="Arial" panose="020B0604020202020204" pitchFamily="34" charset="0"/>
        <a:buChar char="•"/>
        <a:defRPr sz="346" kern="1200">
          <a:solidFill>
            <a:schemeClr val="tx1"/>
          </a:solidFill>
          <a:latin typeface="+mn-lt"/>
          <a:ea typeface="+mn-ea"/>
          <a:cs typeface="+mn-cs"/>
        </a:defRPr>
      </a:lvl3pPr>
      <a:lvl4pPr marL="276995" indent="-39571" algn="l" defTabSz="158283" rtl="0" eaLnBrk="1" latinLnBrk="0" hangingPunct="1">
        <a:lnSpc>
          <a:spcPct val="90000"/>
        </a:lnSpc>
        <a:spcBef>
          <a:spcPts val="87"/>
        </a:spcBef>
        <a:buFont typeface="Arial" panose="020B0604020202020204" pitchFamily="34" charset="0"/>
        <a:buChar char="•"/>
        <a:defRPr sz="312" kern="1200">
          <a:solidFill>
            <a:schemeClr val="tx1"/>
          </a:solidFill>
          <a:latin typeface="+mn-lt"/>
          <a:ea typeface="+mn-ea"/>
          <a:cs typeface="+mn-cs"/>
        </a:defRPr>
      </a:lvl4pPr>
      <a:lvl5pPr marL="356136" indent="-39571" algn="l" defTabSz="158283" rtl="0" eaLnBrk="1" latinLnBrk="0" hangingPunct="1">
        <a:lnSpc>
          <a:spcPct val="90000"/>
        </a:lnSpc>
        <a:spcBef>
          <a:spcPts val="87"/>
        </a:spcBef>
        <a:buFont typeface="Arial" panose="020B0604020202020204" pitchFamily="34" charset="0"/>
        <a:buChar char="•"/>
        <a:defRPr sz="312" kern="1200">
          <a:solidFill>
            <a:schemeClr val="tx1"/>
          </a:solidFill>
          <a:latin typeface="+mn-lt"/>
          <a:ea typeface="+mn-ea"/>
          <a:cs typeface="+mn-cs"/>
        </a:defRPr>
      </a:lvl5pPr>
      <a:lvl6pPr marL="435277" indent="-39571" algn="l" defTabSz="158283" rtl="0" eaLnBrk="1" latinLnBrk="0" hangingPunct="1">
        <a:lnSpc>
          <a:spcPct val="90000"/>
        </a:lnSpc>
        <a:spcBef>
          <a:spcPts val="87"/>
        </a:spcBef>
        <a:buFont typeface="Arial" panose="020B0604020202020204" pitchFamily="34" charset="0"/>
        <a:buChar char="•"/>
        <a:defRPr sz="312" kern="1200">
          <a:solidFill>
            <a:schemeClr val="tx1"/>
          </a:solidFill>
          <a:latin typeface="+mn-lt"/>
          <a:ea typeface="+mn-ea"/>
          <a:cs typeface="+mn-cs"/>
        </a:defRPr>
      </a:lvl6pPr>
      <a:lvl7pPr marL="514419" indent="-39571" algn="l" defTabSz="158283" rtl="0" eaLnBrk="1" latinLnBrk="0" hangingPunct="1">
        <a:lnSpc>
          <a:spcPct val="90000"/>
        </a:lnSpc>
        <a:spcBef>
          <a:spcPts val="87"/>
        </a:spcBef>
        <a:buFont typeface="Arial" panose="020B0604020202020204" pitchFamily="34" charset="0"/>
        <a:buChar char="•"/>
        <a:defRPr sz="312" kern="1200">
          <a:solidFill>
            <a:schemeClr val="tx1"/>
          </a:solidFill>
          <a:latin typeface="+mn-lt"/>
          <a:ea typeface="+mn-ea"/>
          <a:cs typeface="+mn-cs"/>
        </a:defRPr>
      </a:lvl7pPr>
      <a:lvl8pPr marL="593560" indent="-39571" algn="l" defTabSz="158283" rtl="0" eaLnBrk="1" latinLnBrk="0" hangingPunct="1">
        <a:lnSpc>
          <a:spcPct val="90000"/>
        </a:lnSpc>
        <a:spcBef>
          <a:spcPts val="87"/>
        </a:spcBef>
        <a:buFont typeface="Arial" panose="020B0604020202020204" pitchFamily="34" charset="0"/>
        <a:buChar char="•"/>
        <a:defRPr sz="312" kern="1200">
          <a:solidFill>
            <a:schemeClr val="tx1"/>
          </a:solidFill>
          <a:latin typeface="+mn-lt"/>
          <a:ea typeface="+mn-ea"/>
          <a:cs typeface="+mn-cs"/>
        </a:defRPr>
      </a:lvl8pPr>
      <a:lvl9pPr marL="672701" indent="-39571" algn="l" defTabSz="158283" rtl="0" eaLnBrk="1" latinLnBrk="0" hangingPunct="1">
        <a:lnSpc>
          <a:spcPct val="90000"/>
        </a:lnSpc>
        <a:spcBef>
          <a:spcPts val="87"/>
        </a:spcBef>
        <a:buFont typeface="Arial" panose="020B0604020202020204" pitchFamily="34" charset="0"/>
        <a:buChar char="•"/>
        <a:defRPr sz="3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8283" rtl="0" eaLnBrk="1" latinLnBrk="0" hangingPunct="1">
        <a:defRPr sz="312" kern="1200">
          <a:solidFill>
            <a:schemeClr val="tx1"/>
          </a:solidFill>
          <a:latin typeface="+mn-lt"/>
          <a:ea typeface="+mn-ea"/>
          <a:cs typeface="+mn-cs"/>
        </a:defRPr>
      </a:lvl1pPr>
      <a:lvl2pPr marL="79141" algn="l" defTabSz="158283" rtl="0" eaLnBrk="1" latinLnBrk="0" hangingPunct="1">
        <a:defRPr sz="312" kern="1200">
          <a:solidFill>
            <a:schemeClr val="tx1"/>
          </a:solidFill>
          <a:latin typeface="+mn-lt"/>
          <a:ea typeface="+mn-ea"/>
          <a:cs typeface="+mn-cs"/>
        </a:defRPr>
      </a:lvl2pPr>
      <a:lvl3pPr marL="158283" algn="l" defTabSz="158283" rtl="0" eaLnBrk="1" latinLnBrk="0" hangingPunct="1">
        <a:defRPr sz="312" kern="1200">
          <a:solidFill>
            <a:schemeClr val="tx1"/>
          </a:solidFill>
          <a:latin typeface="+mn-lt"/>
          <a:ea typeface="+mn-ea"/>
          <a:cs typeface="+mn-cs"/>
        </a:defRPr>
      </a:lvl3pPr>
      <a:lvl4pPr marL="237424" algn="l" defTabSz="158283" rtl="0" eaLnBrk="1" latinLnBrk="0" hangingPunct="1">
        <a:defRPr sz="312" kern="1200">
          <a:solidFill>
            <a:schemeClr val="tx1"/>
          </a:solidFill>
          <a:latin typeface="+mn-lt"/>
          <a:ea typeface="+mn-ea"/>
          <a:cs typeface="+mn-cs"/>
        </a:defRPr>
      </a:lvl4pPr>
      <a:lvl5pPr marL="316565" algn="l" defTabSz="158283" rtl="0" eaLnBrk="1" latinLnBrk="0" hangingPunct="1">
        <a:defRPr sz="312" kern="1200">
          <a:solidFill>
            <a:schemeClr val="tx1"/>
          </a:solidFill>
          <a:latin typeface="+mn-lt"/>
          <a:ea typeface="+mn-ea"/>
          <a:cs typeface="+mn-cs"/>
        </a:defRPr>
      </a:lvl5pPr>
      <a:lvl6pPr marL="395707" algn="l" defTabSz="158283" rtl="0" eaLnBrk="1" latinLnBrk="0" hangingPunct="1">
        <a:defRPr sz="312" kern="1200">
          <a:solidFill>
            <a:schemeClr val="tx1"/>
          </a:solidFill>
          <a:latin typeface="+mn-lt"/>
          <a:ea typeface="+mn-ea"/>
          <a:cs typeface="+mn-cs"/>
        </a:defRPr>
      </a:lvl6pPr>
      <a:lvl7pPr marL="474848" algn="l" defTabSz="158283" rtl="0" eaLnBrk="1" latinLnBrk="0" hangingPunct="1">
        <a:defRPr sz="312" kern="1200">
          <a:solidFill>
            <a:schemeClr val="tx1"/>
          </a:solidFill>
          <a:latin typeface="+mn-lt"/>
          <a:ea typeface="+mn-ea"/>
          <a:cs typeface="+mn-cs"/>
        </a:defRPr>
      </a:lvl7pPr>
      <a:lvl8pPr marL="553989" algn="l" defTabSz="158283" rtl="0" eaLnBrk="1" latinLnBrk="0" hangingPunct="1">
        <a:defRPr sz="312" kern="1200">
          <a:solidFill>
            <a:schemeClr val="tx1"/>
          </a:solidFill>
          <a:latin typeface="+mn-lt"/>
          <a:ea typeface="+mn-ea"/>
          <a:cs typeface="+mn-cs"/>
        </a:defRPr>
      </a:lvl8pPr>
      <a:lvl9pPr marL="633131" algn="l" defTabSz="158283" rtl="0" eaLnBrk="1" latinLnBrk="0" hangingPunct="1">
        <a:defRPr sz="3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11862D1-FBC4-8320-F75D-37867F3DE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4" y="792220"/>
            <a:ext cx="759956" cy="3936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838D5A-34AB-2949-5658-1B1667098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3" y="407731"/>
            <a:ext cx="759958" cy="39364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8CAB2E8-FE90-C3B6-0759-E6D1AA03CE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82" y="17990"/>
            <a:ext cx="759958" cy="39364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2A133B1-FBB5-A9D0-B727-0B20F20F59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013" y="1189513"/>
            <a:ext cx="1214281" cy="63308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656E854-A5EA-B8B4-01FF-17B7EAF2980C}"/>
              </a:ext>
            </a:extLst>
          </p:cNvPr>
          <p:cNvSpPr txBox="1"/>
          <p:nvPr/>
        </p:nvSpPr>
        <p:spPr>
          <a:xfrm>
            <a:off x="-70192" y="-51560"/>
            <a:ext cx="17192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500" b="1" dirty="0"/>
              <a:t>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9803C9-DB6E-77A7-F4D7-A109AFC470D5}"/>
              </a:ext>
            </a:extLst>
          </p:cNvPr>
          <p:cNvSpPr txBox="1"/>
          <p:nvPr/>
        </p:nvSpPr>
        <p:spPr>
          <a:xfrm>
            <a:off x="-70192" y="356904"/>
            <a:ext cx="17192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500" b="1" dirty="0"/>
              <a:t>B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7A8481-25A4-2878-7F8A-AE25F7493C04}"/>
              </a:ext>
            </a:extLst>
          </p:cNvPr>
          <p:cNvSpPr txBox="1"/>
          <p:nvPr/>
        </p:nvSpPr>
        <p:spPr>
          <a:xfrm>
            <a:off x="-70192" y="736824"/>
            <a:ext cx="17192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500" b="1" dirty="0"/>
              <a:t>C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E3F2765-A2FE-A6D4-253B-1260B66E3AAD}"/>
              </a:ext>
            </a:extLst>
          </p:cNvPr>
          <p:cNvSpPr txBox="1"/>
          <p:nvPr/>
        </p:nvSpPr>
        <p:spPr>
          <a:xfrm>
            <a:off x="174088" y="1153622"/>
            <a:ext cx="914400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500" b="1" dirty="0"/>
              <a:t>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12A5BC-91DD-CAC0-FF65-7FE8A03130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094" y="16349"/>
            <a:ext cx="766294" cy="3969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DFB670-2A02-8576-3F6A-9D304703D9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445" y="411862"/>
            <a:ext cx="759957" cy="3936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7F95708-9FBE-68D1-0585-03B0134E4E7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285" y="792016"/>
            <a:ext cx="766295" cy="39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017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</TotalTime>
  <Words>4</Words>
  <Application>Microsoft Macintosh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RAMESH, Arunkumar (SALISBURY NHS FOUNDATION TRUST)</dc:creator>
  <cp:lastModifiedBy>RAMESH, Arunkumar (SALISBURY NHS FOUNDATION TRUST)</cp:lastModifiedBy>
  <cp:revision>22</cp:revision>
  <dcterms:created xsi:type="dcterms:W3CDTF">2026-04-27T19:37:35Z</dcterms:created>
  <dcterms:modified xsi:type="dcterms:W3CDTF">2026-05-20T12:42:30Z</dcterms:modified>
</cp:coreProperties>
</file>