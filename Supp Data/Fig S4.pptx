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24" r:id="rId1"/>
  </p:sldMasterIdLst>
  <p:sldIdLst>
    <p:sldId id="256" r:id="rId2"/>
  </p:sldIdLst>
  <p:sldSz cx="1979613" cy="1511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34"/>
    <p:restoredTop sz="94686"/>
  </p:normalViewPr>
  <p:slideViewPr>
    <p:cSldViewPr snapToGrid="0">
      <p:cViewPr varScale="1">
        <p:scale>
          <a:sx n="400" d="100"/>
          <a:sy n="400" d="100"/>
        </p:scale>
        <p:origin x="512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8471" y="247336"/>
            <a:ext cx="1682671" cy="526156"/>
          </a:xfrm>
        </p:spPr>
        <p:txBody>
          <a:bodyPr anchor="b"/>
          <a:lstStyle>
            <a:lvl1pPr algn="ctr">
              <a:defRPr sz="12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7452" y="793782"/>
            <a:ext cx="1484710" cy="364881"/>
          </a:xfrm>
        </p:spPr>
        <p:txBody>
          <a:bodyPr/>
          <a:lstStyle>
            <a:lvl1pPr marL="0" indent="0" algn="ctr">
              <a:buNone/>
              <a:defRPr sz="520"/>
            </a:lvl1pPr>
            <a:lvl2pPr marL="98984" indent="0" algn="ctr">
              <a:buNone/>
              <a:defRPr sz="433"/>
            </a:lvl2pPr>
            <a:lvl3pPr marL="197968" indent="0" algn="ctr">
              <a:buNone/>
              <a:defRPr sz="390"/>
            </a:lvl3pPr>
            <a:lvl4pPr marL="296951" indent="0" algn="ctr">
              <a:buNone/>
              <a:defRPr sz="346"/>
            </a:lvl4pPr>
            <a:lvl5pPr marL="395935" indent="0" algn="ctr">
              <a:buNone/>
              <a:defRPr sz="346"/>
            </a:lvl5pPr>
            <a:lvl6pPr marL="494919" indent="0" algn="ctr">
              <a:buNone/>
              <a:defRPr sz="346"/>
            </a:lvl6pPr>
            <a:lvl7pPr marL="593903" indent="0" algn="ctr">
              <a:buNone/>
              <a:defRPr sz="346"/>
            </a:lvl7pPr>
            <a:lvl8pPr marL="692887" indent="0" algn="ctr">
              <a:buNone/>
              <a:defRPr sz="346"/>
            </a:lvl8pPr>
            <a:lvl9pPr marL="791870" indent="0" algn="ctr">
              <a:buNone/>
              <a:defRPr sz="346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57090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7239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5068" y="376776"/>
            <a:ext cx="1707416" cy="628659"/>
          </a:xfrm>
        </p:spPr>
        <p:txBody>
          <a:bodyPr anchor="b"/>
          <a:lstStyle>
            <a:lvl1pPr>
              <a:defRPr sz="1299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5068" y="1011382"/>
            <a:ext cx="1707416" cy="330597"/>
          </a:xfrm>
        </p:spPr>
        <p:txBody>
          <a:bodyPr/>
          <a:lstStyle>
            <a:lvl1pPr marL="0" indent="0">
              <a:buNone/>
              <a:defRPr sz="520">
                <a:solidFill>
                  <a:schemeClr val="tx1">
                    <a:tint val="82000"/>
                  </a:schemeClr>
                </a:solidFill>
              </a:defRPr>
            </a:lvl1pPr>
            <a:lvl2pPr marL="98984" indent="0">
              <a:buNone/>
              <a:defRPr sz="433">
                <a:solidFill>
                  <a:schemeClr val="tx1">
                    <a:tint val="82000"/>
                  </a:schemeClr>
                </a:solidFill>
              </a:defRPr>
            </a:lvl2pPr>
            <a:lvl3pPr marL="197968" indent="0">
              <a:buNone/>
              <a:defRPr sz="390">
                <a:solidFill>
                  <a:schemeClr val="tx1">
                    <a:tint val="82000"/>
                  </a:schemeClr>
                </a:solidFill>
              </a:defRPr>
            </a:lvl3pPr>
            <a:lvl4pPr marL="296951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4pPr>
            <a:lvl5pPr marL="395935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5pPr>
            <a:lvl6pPr marL="494919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6pPr>
            <a:lvl7pPr marL="593903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7pPr>
            <a:lvl8pPr marL="692887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8pPr>
            <a:lvl9pPr marL="791870" indent="0">
              <a:buNone/>
              <a:defRPr sz="34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2478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098" y="402314"/>
            <a:ext cx="841336" cy="9589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2179" y="402314"/>
            <a:ext cx="841336" cy="95890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4704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80463"/>
            <a:ext cx="1707416" cy="29211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356" y="370478"/>
            <a:ext cx="837469" cy="181566"/>
          </a:xfrm>
        </p:spPr>
        <p:txBody>
          <a:bodyPr anchor="b"/>
          <a:lstStyle>
            <a:lvl1pPr marL="0" indent="0">
              <a:buNone/>
              <a:defRPr sz="520" b="1"/>
            </a:lvl1pPr>
            <a:lvl2pPr marL="98984" indent="0">
              <a:buNone/>
              <a:defRPr sz="433" b="1"/>
            </a:lvl2pPr>
            <a:lvl3pPr marL="197968" indent="0">
              <a:buNone/>
              <a:defRPr sz="390" b="1"/>
            </a:lvl3pPr>
            <a:lvl4pPr marL="296951" indent="0">
              <a:buNone/>
              <a:defRPr sz="346" b="1"/>
            </a:lvl4pPr>
            <a:lvl5pPr marL="395935" indent="0">
              <a:buNone/>
              <a:defRPr sz="346" b="1"/>
            </a:lvl5pPr>
            <a:lvl6pPr marL="494919" indent="0">
              <a:buNone/>
              <a:defRPr sz="346" b="1"/>
            </a:lvl6pPr>
            <a:lvl7pPr marL="593903" indent="0">
              <a:buNone/>
              <a:defRPr sz="346" b="1"/>
            </a:lvl7pPr>
            <a:lvl8pPr marL="692887" indent="0">
              <a:buNone/>
              <a:defRPr sz="346" b="1"/>
            </a:lvl8pPr>
            <a:lvl9pPr marL="791870" indent="0">
              <a:buNone/>
              <a:defRPr sz="34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356" y="552044"/>
            <a:ext cx="837469" cy="8119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02179" y="370478"/>
            <a:ext cx="841593" cy="181566"/>
          </a:xfrm>
        </p:spPr>
        <p:txBody>
          <a:bodyPr anchor="b"/>
          <a:lstStyle>
            <a:lvl1pPr marL="0" indent="0">
              <a:buNone/>
              <a:defRPr sz="520" b="1"/>
            </a:lvl1pPr>
            <a:lvl2pPr marL="98984" indent="0">
              <a:buNone/>
              <a:defRPr sz="433" b="1"/>
            </a:lvl2pPr>
            <a:lvl3pPr marL="197968" indent="0">
              <a:buNone/>
              <a:defRPr sz="390" b="1"/>
            </a:lvl3pPr>
            <a:lvl4pPr marL="296951" indent="0">
              <a:buNone/>
              <a:defRPr sz="346" b="1"/>
            </a:lvl4pPr>
            <a:lvl5pPr marL="395935" indent="0">
              <a:buNone/>
              <a:defRPr sz="346" b="1"/>
            </a:lvl5pPr>
            <a:lvl6pPr marL="494919" indent="0">
              <a:buNone/>
              <a:defRPr sz="346" b="1"/>
            </a:lvl6pPr>
            <a:lvl7pPr marL="593903" indent="0">
              <a:buNone/>
              <a:defRPr sz="346" b="1"/>
            </a:lvl7pPr>
            <a:lvl8pPr marL="692887" indent="0">
              <a:buNone/>
              <a:defRPr sz="346" b="1"/>
            </a:lvl8pPr>
            <a:lvl9pPr marL="791870" indent="0">
              <a:buNone/>
              <a:defRPr sz="346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02179" y="552044"/>
            <a:ext cx="841593" cy="81197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304427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11787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2642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00753"/>
            <a:ext cx="638477" cy="352637"/>
          </a:xfrm>
        </p:spPr>
        <p:txBody>
          <a:bodyPr anchor="b"/>
          <a:lstStyle>
            <a:lvl1pPr>
              <a:defRPr sz="69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41593" y="217599"/>
            <a:ext cx="1002179" cy="1074003"/>
          </a:xfrm>
        </p:spPr>
        <p:txBody>
          <a:bodyPr/>
          <a:lstStyle>
            <a:lvl1pPr>
              <a:defRPr sz="693"/>
            </a:lvl1pPr>
            <a:lvl2pPr>
              <a:defRPr sz="606"/>
            </a:lvl2pPr>
            <a:lvl3pPr>
              <a:defRPr sz="520"/>
            </a:lvl3pPr>
            <a:lvl4pPr>
              <a:defRPr sz="433"/>
            </a:lvl4pPr>
            <a:lvl5pPr>
              <a:defRPr sz="433"/>
            </a:lvl5pPr>
            <a:lvl6pPr>
              <a:defRPr sz="433"/>
            </a:lvl6pPr>
            <a:lvl7pPr>
              <a:defRPr sz="433"/>
            </a:lvl7pPr>
            <a:lvl8pPr>
              <a:defRPr sz="433"/>
            </a:lvl8pPr>
            <a:lvl9pPr>
              <a:defRPr sz="433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6" y="453390"/>
            <a:ext cx="638477" cy="839961"/>
          </a:xfrm>
        </p:spPr>
        <p:txBody>
          <a:bodyPr/>
          <a:lstStyle>
            <a:lvl1pPr marL="0" indent="0">
              <a:buNone/>
              <a:defRPr sz="346"/>
            </a:lvl1pPr>
            <a:lvl2pPr marL="98984" indent="0">
              <a:buNone/>
              <a:defRPr sz="303"/>
            </a:lvl2pPr>
            <a:lvl3pPr marL="197968" indent="0">
              <a:buNone/>
              <a:defRPr sz="260"/>
            </a:lvl3pPr>
            <a:lvl4pPr marL="296951" indent="0">
              <a:buNone/>
              <a:defRPr sz="217"/>
            </a:lvl4pPr>
            <a:lvl5pPr marL="395935" indent="0">
              <a:buNone/>
              <a:defRPr sz="217"/>
            </a:lvl5pPr>
            <a:lvl6pPr marL="494919" indent="0">
              <a:buNone/>
              <a:defRPr sz="217"/>
            </a:lvl6pPr>
            <a:lvl7pPr marL="593903" indent="0">
              <a:buNone/>
              <a:defRPr sz="217"/>
            </a:lvl7pPr>
            <a:lvl8pPr marL="692887" indent="0">
              <a:buNone/>
              <a:defRPr sz="217"/>
            </a:lvl8pPr>
            <a:lvl9pPr marL="791870" indent="0">
              <a:buNone/>
              <a:defRPr sz="21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50603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356" y="100753"/>
            <a:ext cx="638477" cy="352637"/>
          </a:xfrm>
        </p:spPr>
        <p:txBody>
          <a:bodyPr anchor="b"/>
          <a:lstStyle>
            <a:lvl1pPr>
              <a:defRPr sz="693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41593" y="217599"/>
            <a:ext cx="1002179" cy="1074003"/>
          </a:xfrm>
        </p:spPr>
        <p:txBody>
          <a:bodyPr anchor="t"/>
          <a:lstStyle>
            <a:lvl1pPr marL="0" indent="0">
              <a:buNone/>
              <a:defRPr sz="693"/>
            </a:lvl1pPr>
            <a:lvl2pPr marL="98984" indent="0">
              <a:buNone/>
              <a:defRPr sz="606"/>
            </a:lvl2pPr>
            <a:lvl3pPr marL="197968" indent="0">
              <a:buNone/>
              <a:defRPr sz="520"/>
            </a:lvl3pPr>
            <a:lvl4pPr marL="296951" indent="0">
              <a:buNone/>
              <a:defRPr sz="433"/>
            </a:lvl4pPr>
            <a:lvl5pPr marL="395935" indent="0">
              <a:buNone/>
              <a:defRPr sz="433"/>
            </a:lvl5pPr>
            <a:lvl6pPr marL="494919" indent="0">
              <a:buNone/>
              <a:defRPr sz="433"/>
            </a:lvl6pPr>
            <a:lvl7pPr marL="593903" indent="0">
              <a:buNone/>
              <a:defRPr sz="433"/>
            </a:lvl7pPr>
            <a:lvl8pPr marL="692887" indent="0">
              <a:buNone/>
              <a:defRPr sz="433"/>
            </a:lvl8pPr>
            <a:lvl9pPr marL="791870" indent="0">
              <a:buNone/>
              <a:defRPr sz="433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356" y="453390"/>
            <a:ext cx="638477" cy="839961"/>
          </a:xfrm>
        </p:spPr>
        <p:txBody>
          <a:bodyPr/>
          <a:lstStyle>
            <a:lvl1pPr marL="0" indent="0">
              <a:buNone/>
              <a:defRPr sz="346"/>
            </a:lvl1pPr>
            <a:lvl2pPr marL="98984" indent="0">
              <a:buNone/>
              <a:defRPr sz="303"/>
            </a:lvl2pPr>
            <a:lvl3pPr marL="197968" indent="0">
              <a:buNone/>
              <a:defRPr sz="260"/>
            </a:lvl3pPr>
            <a:lvl4pPr marL="296951" indent="0">
              <a:buNone/>
              <a:defRPr sz="217"/>
            </a:lvl4pPr>
            <a:lvl5pPr marL="395935" indent="0">
              <a:buNone/>
              <a:defRPr sz="217"/>
            </a:lvl5pPr>
            <a:lvl6pPr marL="494919" indent="0">
              <a:buNone/>
              <a:defRPr sz="217"/>
            </a:lvl6pPr>
            <a:lvl7pPr marL="593903" indent="0">
              <a:buNone/>
              <a:defRPr sz="217"/>
            </a:lvl7pPr>
            <a:lvl8pPr marL="692887" indent="0">
              <a:buNone/>
              <a:defRPr sz="217"/>
            </a:lvl8pPr>
            <a:lvl9pPr marL="791870" indent="0">
              <a:buNone/>
              <a:defRPr sz="217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4811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82893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416661" y="80463"/>
            <a:ext cx="426854" cy="128075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099" y="80463"/>
            <a:ext cx="1255817" cy="128075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49705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099" y="80463"/>
            <a:ext cx="1707416" cy="292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099" y="402314"/>
            <a:ext cx="1707416" cy="958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6098" y="1400751"/>
            <a:ext cx="445413" cy="80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4B9C68-ABAC-C142-8961-EC46C7438EC9}" type="datetimeFigureOut">
              <a:rPr lang="en-DE" smtClean="0"/>
              <a:t>30.04.26</a:t>
            </a:fld>
            <a:endParaRPr lang="en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5747" y="1400751"/>
            <a:ext cx="668119" cy="80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398102" y="1400751"/>
            <a:ext cx="445413" cy="80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757C9D-F72A-834E-8517-34C767B1EE5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6649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xStyles>
    <p:titleStyle>
      <a:lvl1pPr algn="l" defTabSz="197968" rtl="0" eaLnBrk="1" latinLnBrk="0" hangingPunct="1">
        <a:lnSpc>
          <a:spcPct val="90000"/>
        </a:lnSpc>
        <a:spcBef>
          <a:spcPct val="0"/>
        </a:spcBef>
        <a:buNone/>
        <a:defRPr sz="95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492" indent="-49492" algn="l" defTabSz="197968" rtl="0" eaLnBrk="1" latinLnBrk="0" hangingPunct="1">
        <a:lnSpc>
          <a:spcPct val="90000"/>
        </a:lnSpc>
        <a:spcBef>
          <a:spcPts val="217"/>
        </a:spcBef>
        <a:buFont typeface="Arial" panose="020B0604020202020204" pitchFamily="34" charset="0"/>
        <a:buChar char="•"/>
        <a:defRPr sz="606" kern="1200">
          <a:solidFill>
            <a:schemeClr val="tx1"/>
          </a:solidFill>
          <a:latin typeface="+mn-lt"/>
          <a:ea typeface="+mn-ea"/>
          <a:cs typeface="+mn-cs"/>
        </a:defRPr>
      </a:lvl1pPr>
      <a:lvl2pPr marL="148476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520" kern="1200">
          <a:solidFill>
            <a:schemeClr val="tx1"/>
          </a:solidFill>
          <a:latin typeface="+mn-lt"/>
          <a:ea typeface="+mn-ea"/>
          <a:cs typeface="+mn-cs"/>
        </a:defRPr>
      </a:lvl2pPr>
      <a:lvl3pPr marL="247460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433" kern="1200">
          <a:solidFill>
            <a:schemeClr val="tx1"/>
          </a:solidFill>
          <a:latin typeface="+mn-lt"/>
          <a:ea typeface="+mn-ea"/>
          <a:cs typeface="+mn-cs"/>
        </a:defRPr>
      </a:lvl3pPr>
      <a:lvl4pPr marL="346443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4pPr>
      <a:lvl5pPr marL="445427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5pPr>
      <a:lvl6pPr marL="544411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6pPr>
      <a:lvl7pPr marL="643395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7pPr>
      <a:lvl8pPr marL="742379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8pPr>
      <a:lvl9pPr marL="841362" indent="-49492" algn="l" defTabSz="197968" rtl="0" eaLnBrk="1" latinLnBrk="0" hangingPunct="1">
        <a:lnSpc>
          <a:spcPct val="90000"/>
        </a:lnSpc>
        <a:spcBef>
          <a:spcPts val="108"/>
        </a:spcBef>
        <a:buFont typeface="Arial" panose="020B0604020202020204" pitchFamily="34" charset="0"/>
        <a:buChar char="•"/>
        <a:defRPr sz="3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1pPr>
      <a:lvl2pPr marL="98984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2pPr>
      <a:lvl3pPr marL="197968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3pPr>
      <a:lvl4pPr marL="296951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4pPr>
      <a:lvl5pPr marL="395935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5pPr>
      <a:lvl6pPr marL="494919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6pPr>
      <a:lvl7pPr marL="593903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7pPr>
      <a:lvl8pPr marL="692887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8pPr>
      <a:lvl9pPr marL="791870" algn="l" defTabSz="197968" rtl="0" eaLnBrk="1" latinLnBrk="0" hangingPunct="1">
        <a:defRPr sz="3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C6B20D16-1A42-21DC-8B10-A122ADB1D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6" y="961435"/>
            <a:ext cx="1966449" cy="54623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B1E8A9E-6F6A-0526-56AE-FBCE2E7E9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7" y="3629"/>
            <a:ext cx="1966448" cy="54623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541328B-1B9D-88C5-2290-A7657CB4904C}"/>
              </a:ext>
            </a:extLst>
          </p:cNvPr>
          <p:cNvSpPr txBox="1"/>
          <p:nvPr/>
        </p:nvSpPr>
        <p:spPr>
          <a:xfrm>
            <a:off x="-54065" y="-23117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DE3772-C396-7D7E-8FED-522591EBBC29}"/>
              </a:ext>
            </a:extLst>
          </p:cNvPr>
          <p:cNvSpPr txBox="1"/>
          <p:nvPr/>
        </p:nvSpPr>
        <p:spPr>
          <a:xfrm>
            <a:off x="-54065" y="491675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7429AA-D9B3-A762-1F4D-012C704DB9EE}"/>
              </a:ext>
            </a:extLst>
          </p:cNvPr>
          <p:cNvSpPr txBox="1"/>
          <p:nvPr/>
        </p:nvSpPr>
        <p:spPr>
          <a:xfrm>
            <a:off x="-54065" y="915351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E55D49-2EC3-E806-AF38-9E1A2CFFF5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2" y="457121"/>
            <a:ext cx="642587" cy="4819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FB47B8A-0B3A-041B-D714-6AD29F494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814" y="590400"/>
            <a:ext cx="1255890" cy="33049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5CC451-AD00-0DB5-DC6F-23D16637662A}"/>
              </a:ext>
            </a:extLst>
          </p:cNvPr>
          <p:cNvSpPr txBox="1"/>
          <p:nvPr/>
        </p:nvSpPr>
        <p:spPr>
          <a:xfrm>
            <a:off x="636849" y="501734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A7AB5-59E0-78AE-BCB7-2A5BF5DA2B29}"/>
              </a:ext>
            </a:extLst>
          </p:cNvPr>
          <p:cNvSpPr txBox="1"/>
          <p:nvPr/>
        </p:nvSpPr>
        <p:spPr>
          <a:xfrm>
            <a:off x="1264794" y="501734"/>
            <a:ext cx="171929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500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832017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</TotalTime>
  <Words>5</Words>
  <Application>Microsoft Macintosh PowerPoint</Application>
  <PresentationFormat>Custom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RAMESH, Arunkumar (SALISBURY NHS FOUNDATION TRUST)</dc:creator>
  <cp:lastModifiedBy>RAMESH, Arunkumar (SALISBURY NHS FOUNDATION TRUST)</cp:lastModifiedBy>
  <cp:revision>10</cp:revision>
  <dcterms:created xsi:type="dcterms:W3CDTF">2026-04-27T19:37:35Z</dcterms:created>
  <dcterms:modified xsi:type="dcterms:W3CDTF">2026-04-30T10:14:27Z</dcterms:modified>
</cp:coreProperties>
</file>