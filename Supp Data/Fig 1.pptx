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80" r:id="rId2"/>
  </p:sldIdLst>
  <p:sldSz cx="1044575" cy="1008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6"/>
  </p:normalViewPr>
  <p:slideViewPr>
    <p:cSldViewPr snapToGrid="0">
      <p:cViewPr>
        <p:scale>
          <a:sx n="400" d="100"/>
          <a:sy n="400" d="100"/>
        </p:scale>
        <p:origin x="332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1143000"/>
            <a:ext cx="3197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1pPr>
    <a:lvl2pPr marL="65324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2pPr>
    <a:lvl3pPr marL="130650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3pPr>
    <a:lvl4pPr marL="195974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4pPr>
    <a:lvl5pPr marL="261298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5pPr>
    <a:lvl6pPr marL="326623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6pPr>
    <a:lvl7pPr marL="391948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7pPr>
    <a:lvl8pPr marL="457273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8pPr>
    <a:lvl9pPr marL="522597" algn="l" defTabSz="130650" rtl="0" eaLnBrk="1" latinLnBrk="0" hangingPunct="1">
      <a:defRPr sz="1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30388" y="1143000"/>
            <a:ext cx="3197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Main plot 1)</a:t>
            </a:r>
          </a:p>
          <a:p>
            <a:endParaRPr lang="en-DE" dirty="0"/>
          </a:p>
          <a:p>
            <a:r>
              <a:rPr lang="en-DE" dirty="0"/>
              <a:t>From CS ref,</a:t>
            </a:r>
          </a:p>
          <a:p>
            <a:endParaRPr lang="en-DE" dirty="0"/>
          </a:p>
          <a:p>
            <a:r>
              <a:rPr lang="en-GB" dirty="0"/>
              <a:t>T</a:t>
            </a:r>
            <a:r>
              <a:rPr lang="en-DE" dirty="0"/>
              <a:t>op left: transcriptome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genotype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dirty="0"/>
              <a:t>Bottom left: Venn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Go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</a:t>
            </a:r>
            <a:r>
              <a:rPr lang="en-DE" dirty="0"/>
              <a:t>f splitting the venn up, there are the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7579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8045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6568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35464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8473D-6385-394A-B5E2-7D1906D53F94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189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343" y="164977"/>
            <a:ext cx="887889" cy="350955"/>
          </a:xfrm>
        </p:spPr>
        <p:txBody>
          <a:bodyPr anchor="b"/>
          <a:lstStyle>
            <a:lvl1pPr algn="ctr">
              <a:defRPr sz="68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572" y="529466"/>
            <a:ext cx="783431" cy="243382"/>
          </a:xfrm>
        </p:spPr>
        <p:txBody>
          <a:bodyPr/>
          <a:lstStyle>
            <a:lvl1pPr marL="0" indent="0" algn="ctr">
              <a:buNone/>
              <a:defRPr sz="274"/>
            </a:lvl1pPr>
            <a:lvl2pPr marL="52212" indent="0" algn="ctr">
              <a:buNone/>
              <a:defRPr sz="228"/>
            </a:lvl2pPr>
            <a:lvl3pPr marL="104424" indent="0" algn="ctr">
              <a:buNone/>
              <a:defRPr sz="206"/>
            </a:lvl3pPr>
            <a:lvl4pPr marL="156637" indent="0" algn="ctr">
              <a:buNone/>
              <a:defRPr sz="183"/>
            </a:lvl4pPr>
            <a:lvl5pPr marL="208849" indent="0" algn="ctr">
              <a:buNone/>
              <a:defRPr sz="183"/>
            </a:lvl5pPr>
            <a:lvl6pPr marL="261061" indent="0" algn="ctr">
              <a:buNone/>
              <a:defRPr sz="183"/>
            </a:lvl6pPr>
            <a:lvl7pPr marL="313273" indent="0" algn="ctr">
              <a:buNone/>
              <a:defRPr sz="183"/>
            </a:lvl7pPr>
            <a:lvl8pPr marL="365486" indent="0" algn="ctr">
              <a:buNone/>
              <a:defRPr sz="183"/>
            </a:lvl8pPr>
            <a:lvl9pPr marL="417698" indent="0" algn="ctr">
              <a:buNone/>
              <a:defRPr sz="18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497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156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1" y="251316"/>
            <a:ext cx="900946" cy="419326"/>
          </a:xfrm>
        </p:spPr>
        <p:txBody>
          <a:bodyPr anchor="b"/>
          <a:lstStyle>
            <a:lvl1pPr>
              <a:defRPr sz="68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1" y="674609"/>
            <a:ext cx="900946" cy="220514"/>
          </a:xfrm>
        </p:spPr>
        <p:txBody>
          <a:bodyPr/>
          <a:lstStyle>
            <a:lvl1pPr marL="0" indent="0">
              <a:buNone/>
              <a:defRPr sz="274">
                <a:solidFill>
                  <a:schemeClr val="tx1">
                    <a:tint val="82000"/>
                  </a:schemeClr>
                </a:solidFill>
              </a:defRPr>
            </a:lvl1pPr>
            <a:lvl2pPr marL="52212" indent="0">
              <a:buNone/>
              <a:defRPr sz="228">
                <a:solidFill>
                  <a:schemeClr val="tx1">
                    <a:tint val="82000"/>
                  </a:schemeClr>
                </a:solidFill>
              </a:defRPr>
            </a:lvl2pPr>
            <a:lvl3pPr marL="104424" indent="0">
              <a:buNone/>
              <a:defRPr sz="206">
                <a:solidFill>
                  <a:schemeClr val="tx1">
                    <a:tint val="82000"/>
                  </a:schemeClr>
                </a:solidFill>
              </a:defRPr>
            </a:lvl3pPr>
            <a:lvl4pPr marL="156637" indent="0">
              <a:buNone/>
              <a:defRPr sz="183">
                <a:solidFill>
                  <a:schemeClr val="tx1">
                    <a:tint val="82000"/>
                  </a:schemeClr>
                </a:solidFill>
              </a:defRPr>
            </a:lvl4pPr>
            <a:lvl5pPr marL="208849" indent="0">
              <a:buNone/>
              <a:defRPr sz="183">
                <a:solidFill>
                  <a:schemeClr val="tx1">
                    <a:tint val="82000"/>
                  </a:schemeClr>
                </a:solidFill>
              </a:defRPr>
            </a:lvl5pPr>
            <a:lvl6pPr marL="261061" indent="0">
              <a:buNone/>
              <a:defRPr sz="183">
                <a:solidFill>
                  <a:schemeClr val="tx1">
                    <a:tint val="82000"/>
                  </a:schemeClr>
                </a:solidFill>
              </a:defRPr>
            </a:lvl6pPr>
            <a:lvl7pPr marL="313273" indent="0">
              <a:buNone/>
              <a:defRPr sz="183">
                <a:solidFill>
                  <a:schemeClr val="tx1">
                    <a:tint val="82000"/>
                  </a:schemeClr>
                </a:solidFill>
              </a:defRPr>
            </a:lvl7pPr>
            <a:lvl8pPr marL="365486" indent="0">
              <a:buNone/>
              <a:defRPr sz="183">
                <a:solidFill>
                  <a:schemeClr val="tx1">
                    <a:tint val="82000"/>
                  </a:schemeClr>
                </a:solidFill>
              </a:defRPr>
            </a:lvl8pPr>
            <a:lvl9pPr marL="417698" indent="0">
              <a:buNone/>
              <a:defRPr sz="18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1550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815" y="268350"/>
            <a:ext cx="443944" cy="6396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816" y="268350"/>
            <a:ext cx="443944" cy="6396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153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51" y="53670"/>
            <a:ext cx="900946" cy="19484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51" y="247116"/>
            <a:ext cx="441904" cy="121107"/>
          </a:xfrm>
        </p:spPr>
        <p:txBody>
          <a:bodyPr anchor="b"/>
          <a:lstStyle>
            <a:lvl1pPr marL="0" indent="0">
              <a:buNone/>
              <a:defRPr sz="274" b="1"/>
            </a:lvl1pPr>
            <a:lvl2pPr marL="52212" indent="0">
              <a:buNone/>
              <a:defRPr sz="228" b="1"/>
            </a:lvl2pPr>
            <a:lvl3pPr marL="104424" indent="0">
              <a:buNone/>
              <a:defRPr sz="206" b="1"/>
            </a:lvl3pPr>
            <a:lvl4pPr marL="156637" indent="0">
              <a:buNone/>
              <a:defRPr sz="183" b="1"/>
            </a:lvl4pPr>
            <a:lvl5pPr marL="208849" indent="0">
              <a:buNone/>
              <a:defRPr sz="183" b="1"/>
            </a:lvl5pPr>
            <a:lvl6pPr marL="261061" indent="0">
              <a:buNone/>
              <a:defRPr sz="183" b="1"/>
            </a:lvl6pPr>
            <a:lvl7pPr marL="313273" indent="0">
              <a:buNone/>
              <a:defRPr sz="183" b="1"/>
            </a:lvl7pPr>
            <a:lvl8pPr marL="365486" indent="0">
              <a:buNone/>
              <a:defRPr sz="183" b="1"/>
            </a:lvl8pPr>
            <a:lvl9pPr marL="417698" indent="0">
              <a:buNone/>
              <a:defRPr sz="18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51" y="368223"/>
            <a:ext cx="441904" cy="5416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816" y="247116"/>
            <a:ext cx="444080" cy="121107"/>
          </a:xfrm>
        </p:spPr>
        <p:txBody>
          <a:bodyPr anchor="b"/>
          <a:lstStyle>
            <a:lvl1pPr marL="0" indent="0">
              <a:buNone/>
              <a:defRPr sz="274" b="1"/>
            </a:lvl1pPr>
            <a:lvl2pPr marL="52212" indent="0">
              <a:buNone/>
              <a:defRPr sz="228" b="1"/>
            </a:lvl2pPr>
            <a:lvl3pPr marL="104424" indent="0">
              <a:buNone/>
              <a:defRPr sz="206" b="1"/>
            </a:lvl3pPr>
            <a:lvl4pPr marL="156637" indent="0">
              <a:buNone/>
              <a:defRPr sz="183" b="1"/>
            </a:lvl4pPr>
            <a:lvl5pPr marL="208849" indent="0">
              <a:buNone/>
              <a:defRPr sz="183" b="1"/>
            </a:lvl5pPr>
            <a:lvl6pPr marL="261061" indent="0">
              <a:buNone/>
              <a:defRPr sz="183" b="1"/>
            </a:lvl6pPr>
            <a:lvl7pPr marL="313273" indent="0">
              <a:buNone/>
              <a:defRPr sz="183" b="1"/>
            </a:lvl7pPr>
            <a:lvl8pPr marL="365486" indent="0">
              <a:buNone/>
              <a:defRPr sz="183" b="1"/>
            </a:lvl8pPr>
            <a:lvl9pPr marL="417698" indent="0">
              <a:buNone/>
              <a:defRPr sz="18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816" y="368223"/>
            <a:ext cx="444080" cy="5416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105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4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79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50" y="67204"/>
            <a:ext cx="336903" cy="235215"/>
          </a:xfrm>
        </p:spPr>
        <p:txBody>
          <a:bodyPr anchor="b"/>
          <a:lstStyle>
            <a:lvl1pPr>
              <a:defRPr sz="3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080" y="145143"/>
            <a:ext cx="528816" cy="716378"/>
          </a:xfrm>
        </p:spPr>
        <p:txBody>
          <a:bodyPr/>
          <a:lstStyle>
            <a:lvl1pPr>
              <a:defRPr sz="365"/>
            </a:lvl1pPr>
            <a:lvl2pPr>
              <a:defRPr sz="320"/>
            </a:lvl2pPr>
            <a:lvl3pPr>
              <a:defRPr sz="274"/>
            </a:lvl3pPr>
            <a:lvl4pPr>
              <a:defRPr sz="228"/>
            </a:lvl4pPr>
            <a:lvl5pPr>
              <a:defRPr sz="228"/>
            </a:lvl5pPr>
            <a:lvl6pPr>
              <a:defRPr sz="228"/>
            </a:lvl6pPr>
            <a:lvl7pPr>
              <a:defRPr sz="228"/>
            </a:lvl7pPr>
            <a:lvl8pPr>
              <a:defRPr sz="228"/>
            </a:lvl8pPr>
            <a:lvl9pPr>
              <a:defRPr sz="22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50" y="302419"/>
            <a:ext cx="336903" cy="560268"/>
          </a:xfrm>
        </p:spPr>
        <p:txBody>
          <a:bodyPr/>
          <a:lstStyle>
            <a:lvl1pPr marL="0" indent="0">
              <a:buNone/>
              <a:defRPr sz="183"/>
            </a:lvl1pPr>
            <a:lvl2pPr marL="52212" indent="0">
              <a:buNone/>
              <a:defRPr sz="160"/>
            </a:lvl2pPr>
            <a:lvl3pPr marL="104424" indent="0">
              <a:buNone/>
              <a:defRPr sz="137"/>
            </a:lvl3pPr>
            <a:lvl4pPr marL="156637" indent="0">
              <a:buNone/>
              <a:defRPr sz="114"/>
            </a:lvl4pPr>
            <a:lvl5pPr marL="208849" indent="0">
              <a:buNone/>
              <a:defRPr sz="114"/>
            </a:lvl5pPr>
            <a:lvl6pPr marL="261061" indent="0">
              <a:buNone/>
              <a:defRPr sz="114"/>
            </a:lvl6pPr>
            <a:lvl7pPr marL="313273" indent="0">
              <a:buNone/>
              <a:defRPr sz="114"/>
            </a:lvl7pPr>
            <a:lvl8pPr marL="365486" indent="0">
              <a:buNone/>
              <a:defRPr sz="114"/>
            </a:lvl8pPr>
            <a:lvl9pPr marL="417698" indent="0">
              <a:buNone/>
              <a:defRPr sz="11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904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50" y="67204"/>
            <a:ext cx="336903" cy="235215"/>
          </a:xfrm>
        </p:spPr>
        <p:txBody>
          <a:bodyPr anchor="b"/>
          <a:lstStyle>
            <a:lvl1pPr>
              <a:defRPr sz="3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4080" y="145143"/>
            <a:ext cx="528816" cy="716378"/>
          </a:xfrm>
        </p:spPr>
        <p:txBody>
          <a:bodyPr anchor="t"/>
          <a:lstStyle>
            <a:lvl1pPr marL="0" indent="0">
              <a:buNone/>
              <a:defRPr sz="365"/>
            </a:lvl1pPr>
            <a:lvl2pPr marL="52212" indent="0">
              <a:buNone/>
              <a:defRPr sz="320"/>
            </a:lvl2pPr>
            <a:lvl3pPr marL="104424" indent="0">
              <a:buNone/>
              <a:defRPr sz="274"/>
            </a:lvl3pPr>
            <a:lvl4pPr marL="156637" indent="0">
              <a:buNone/>
              <a:defRPr sz="228"/>
            </a:lvl4pPr>
            <a:lvl5pPr marL="208849" indent="0">
              <a:buNone/>
              <a:defRPr sz="228"/>
            </a:lvl5pPr>
            <a:lvl6pPr marL="261061" indent="0">
              <a:buNone/>
              <a:defRPr sz="228"/>
            </a:lvl6pPr>
            <a:lvl7pPr marL="313273" indent="0">
              <a:buNone/>
              <a:defRPr sz="228"/>
            </a:lvl7pPr>
            <a:lvl8pPr marL="365486" indent="0">
              <a:buNone/>
              <a:defRPr sz="228"/>
            </a:lvl8pPr>
            <a:lvl9pPr marL="417698" indent="0">
              <a:buNone/>
              <a:defRPr sz="22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50" y="302419"/>
            <a:ext cx="336903" cy="560268"/>
          </a:xfrm>
        </p:spPr>
        <p:txBody>
          <a:bodyPr/>
          <a:lstStyle>
            <a:lvl1pPr marL="0" indent="0">
              <a:buNone/>
              <a:defRPr sz="183"/>
            </a:lvl1pPr>
            <a:lvl2pPr marL="52212" indent="0">
              <a:buNone/>
              <a:defRPr sz="160"/>
            </a:lvl2pPr>
            <a:lvl3pPr marL="104424" indent="0">
              <a:buNone/>
              <a:defRPr sz="137"/>
            </a:lvl3pPr>
            <a:lvl4pPr marL="156637" indent="0">
              <a:buNone/>
              <a:defRPr sz="114"/>
            </a:lvl4pPr>
            <a:lvl5pPr marL="208849" indent="0">
              <a:buNone/>
              <a:defRPr sz="114"/>
            </a:lvl5pPr>
            <a:lvl6pPr marL="261061" indent="0">
              <a:buNone/>
              <a:defRPr sz="114"/>
            </a:lvl6pPr>
            <a:lvl7pPr marL="313273" indent="0">
              <a:buNone/>
              <a:defRPr sz="114"/>
            </a:lvl7pPr>
            <a:lvl8pPr marL="365486" indent="0">
              <a:buNone/>
              <a:defRPr sz="114"/>
            </a:lvl8pPr>
            <a:lvl9pPr marL="417698" indent="0">
              <a:buNone/>
              <a:defRPr sz="11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226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905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524" y="53670"/>
            <a:ext cx="225236" cy="8542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815" y="53670"/>
            <a:ext cx="662652" cy="8542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976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815" y="53670"/>
            <a:ext cx="900946" cy="194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815" y="268350"/>
            <a:ext cx="900946" cy="639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815" y="934325"/>
            <a:ext cx="235029" cy="536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6016" y="934325"/>
            <a:ext cx="352544" cy="536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731" y="934325"/>
            <a:ext cx="235029" cy="536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224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104424" rtl="0" eaLnBrk="1" latinLnBrk="0" hangingPunct="1">
        <a:lnSpc>
          <a:spcPct val="90000"/>
        </a:lnSpc>
        <a:spcBef>
          <a:spcPct val="0"/>
        </a:spcBef>
        <a:buNone/>
        <a:defRPr sz="5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06" indent="-26106" algn="l" defTabSz="10442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1pPr>
      <a:lvl2pPr marL="78318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74" kern="1200">
          <a:solidFill>
            <a:schemeClr val="tx1"/>
          </a:solidFill>
          <a:latin typeface="+mn-lt"/>
          <a:ea typeface="+mn-ea"/>
          <a:cs typeface="+mn-cs"/>
        </a:defRPr>
      </a:lvl2pPr>
      <a:lvl3pPr marL="130531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28" kern="1200">
          <a:solidFill>
            <a:schemeClr val="tx1"/>
          </a:solidFill>
          <a:latin typeface="+mn-lt"/>
          <a:ea typeface="+mn-ea"/>
          <a:cs typeface="+mn-cs"/>
        </a:defRPr>
      </a:lvl3pPr>
      <a:lvl4pPr marL="182743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06" kern="1200">
          <a:solidFill>
            <a:schemeClr val="tx1"/>
          </a:solidFill>
          <a:latin typeface="+mn-lt"/>
          <a:ea typeface="+mn-ea"/>
          <a:cs typeface="+mn-cs"/>
        </a:defRPr>
      </a:lvl4pPr>
      <a:lvl5pPr marL="234955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06" kern="1200">
          <a:solidFill>
            <a:schemeClr val="tx1"/>
          </a:solidFill>
          <a:latin typeface="+mn-lt"/>
          <a:ea typeface="+mn-ea"/>
          <a:cs typeface="+mn-cs"/>
        </a:defRPr>
      </a:lvl5pPr>
      <a:lvl6pPr marL="287167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06" kern="1200">
          <a:solidFill>
            <a:schemeClr val="tx1"/>
          </a:solidFill>
          <a:latin typeface="+mn-lt"/>
          <a:ea typeface="+mn-ea"/>
          <a:cs typeface="+mn-cs"/>
        </a:defRPr>
      </a:lvl6pPr>
      <a:lvl7pPr marL="339380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06" kern="1200">
          <a:solidFill>
            <a:schemeClr val="tx1"/>
          </a:solidFill>
          <a:latin typeface="+mn-lt"/>
          <a:ea typeface="+mn-ea"/>
          <a:cs typeface="+mn-cs"/>
        </a:defRPr>
      </a:lvl7pPr>
      <a:lvl8pPr marL="391592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06" kern="1200">
          <a:solidFill>
            <a:schemeClr val="tx1"/>
          </a:solidFill>
          <a:latin typeface="+mn-lt"/>
          <a:ea typeface="+mn-ea"/>
          <a:cs typeface="+mn-cs"/>
        </a:defRPr>
      </a:lvl8pPr>
      <a:lvl9pPr marL="443804" indent="-26106" algn="l" defTabSz="104424" rtl="0" eaLnBrk="1" latinLnBrk="0" hangingPunct="1">
        <a:lnSpc>
          <a:spcPct val="90000"/>
        </a:lnSpc>
        <a:spcBef>
          <a:spcPts val="57"/>
        </a:spcBef>
        <a:buFont typeface="Arial" panose="020B0604020202020204" pitchFamily="34" charset="0"/>
        <a:buChar char="•"/>
        <a:defRPr sz="2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1pPr>
      <a:lvl2pPr marL="52212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2pPr>
      <a:lvl3pPr marL="104424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3pPr>
      <a:lvl4pPr marL="156637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4pPr>
      <a:lvl5pPr marL="208849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5pPr>
      <a:lvl6pPr marL="261061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6pPr>
      <a:lvl7pPr marL="313273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7pPr>
      <a:lvl8pPr marL="365486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8pPr>
      <a:lvl9pPr marL="417698" algn="l" defTabSz="104424" rtl="0" eaLnBrk="1" latinLnBrk="0" hangingPunct="1">
        <a:defRPr sz="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D1D8DF6B-C07D-9D57-3DE5-11AF06E4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06" y="15239"/>
            <a:ext cx="467813" cy="36385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F0A5305-A5AA-2F77-2B64-CEF2ABBFD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8" y="15240"/>
            <a:ext cx="467813" cy="36385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C55AC9D-4DB3-A68D-A6FA-759BB2C7BCE6}"/>
              </a:ext>
            </a:extLst>
          </p:cNvPr>
          <p:cNvSpPr txBox="1"/>
          <p:nvPr/>
        </p:nvSpPr>
        <p:spPr>
          <a:xfrm>
            <a:off x="19050" y="-38736"/>
            <a:ext cx="457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7453DC-A9BA-D481-0CD6-1B7EBDF83845}"/>
              </a:ext>
            </a:extLst>
          </p:cNvPr>
          <p:cNvSpPr txBox="1"/>
          <p:nvPr/>
        </p:nvSpPr>
        <p:spPr>
          <a:xfrm>
            <a:off x="496749" y="-38736"/>
            <a:ext cx="457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0F8429-87C1-4C83-75C0-29C2A998992D}"/>
              </a:ext>
            </a:extLst>
          </p:cNvPr>
          <p:cNvSpPr txBox="1"/>
          <p:nvPr/>
        </p:nvSpPr>
        <p:spPr>
          <a:xfrm>
            <a:off x="-1" y="356127"/>
            <a:ext cx="457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BD29EB-8249-C196-67A9-EEF8B357E016}"/>
              </a:ext>
            </a:extLst>
          </p:cNvPr>
          <p:cNvSpPr txBox="1"/>
          <p:nvPr/>
        </p:nvSpPr>
        <p:spPr>
          <a:xfrm>
            <a:off x="3175" y="620070"/>
            <a:ext cx="457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D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C84D03A-D61F-08E1-BFF4-220196AB3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4" y="371750"/>
            <a:ext cx="452600" cy="33945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05E6168-827A-B079-A2AD-2C77763E08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5054"/>
          <a:stretch>
            <a:fillRect/>
          </a:stretch>
        </p:blipFill>
        <p:spPr>
          <a:xfrm>
            <a:off x="297464" y="371751"/>
            <a:ext cx="248686" cy="33945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08B086DC-8D4D-F1F0-2459-B42A102852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6486"/>
          <a:stretch>
            <a:fillRect/>
          </a:stretch>
        </p:blipFill>
        <p:spPr>
          <a:xfrm>
            <a:off x="34924" y="371752"/>
            <a:ext cx="242201" cy="33945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7D1BAE1-9EEE-BE2D-697E-D5A14179E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1" y="700608"/>
            <a:ext cx="353436" cy="30925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E2ECB03-D01B-CBFA-CFE6-05B7B0FBD1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127" y="699327"/>
            <a:ext cx="353436" cy="30925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6A1415F-4505-FB27-5860-B4E01E7598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699327"/>
            <a:ext cx="353436" cy="30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8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299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8</cp:revision>
  <dcterms:created xsi:type="dcterms:W3CDTF">2026-04-28T09:32:36Z</dcterms:created>
  <dcterms:modified xsi:type="dcterms:W3CDTF">2026-05-05T13:41:26Z</dcterms:modified>
</cp:coreProperties>
</file>