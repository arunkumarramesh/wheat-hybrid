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32" r:id="rId1"/>
  </p:sldMasterIdLst>
  <p:notesMasterIdLst>
    <p:notesMasterId r:id="rId3"/>
  </p:notesMasterIdLst>
  <p:sldIdLst>
    <p:sldId id="282" r:id="rId2"/>
  </p:sldIdLst>
  <p:sldSz cx="1474788" cy="9175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887"/>
    <p:restoredTop sz="94686"/>
  </p:normalViewPr>
  <p:slideViewPr>
    <p:cSldViewPr snapToGrid="0">
      <p:cViewPr varScale="1">
        <p:scale>
          <a:sx n="400" d="100"/>
          <a:sy n="400" d="100"/>
        </p:scale>
        <p:origin x="2360" y="1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0CFC23-F338-EB41-8653-4316F1EF48B5}" type="datetimeFigureOut">
              <a:rPr lang="en-DE" smtClean="0"/>
              <a:t>13.05.26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49325" y="1143000"/>
            <a:ext cx="49593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47636C-B006-8E47-A161-B8C06667EDC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83025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00581" rtl="0" eaLnBrk="1" latinLnBrk="0" hangingPunct="1">
      <a:defRPr sz="263" kern="1200">
        <a:solidFill>
          <a:schemeClr val="tx1"/>
        </a:solidFill>
        <a:latin typeface="+mn-lt"/>
        <a:ea typeface="+mn-ea"/>
        <a:cs typeface="+mn-cs"/>
      </a:defRPr>
    </a:lvl1pPr>
    <a:lvl2pPr marL="100289" algn="l" defTabSz="200581" rtl="0" eaLnBrk="1" latinLnBrk="0" hangingPunct="1">
      <a:defRPr sz="263" kern="1200">
        <a:solidFill>
          <a:schemeClr val="tx1"/>
        </a:solidFill>
        <a:latin typeface="+mn-lt"/>
        <a:ea typeface="+mn-ea"/>
        <a:cs typeface="+mn-cs"/>
      </a:defRPr>
    </a:lvl2pPr>
    <a:lvl3pPr marL="200581" algn="l" defTabSz="200581" rtl="0" eaLnBrk="1" latinLnBrk="0" hangingPunct="1">
      <a:defRPr sz="263" kern="1200">
        <a:solidFill>
          <a:schemeClr val="tx1"/>
        </a:solidFill>
        <a:latin typeface="+mn-lt"/>
        <a:ea typeface="+mn-ea"/>
        <a:cs typeface="+mn-cs"/>
      </a:defRPr>
    </a:lvl3pPr>
    <a:lvl4pPr marL="300869" algn="l" defTabSz="200581" rtl="0" eaLnBrk="1" latinLnBrk="0" hangingPunct="1">
      <a:defRPr sz="263" kern="1200">
        <a:solidFill>
          <a:schemeClr val="tx1"/>
        </a:solidFill>
        <a:latin typeface="+mn-lt"/>
        <a:ea typeface="+mn-ea"/>
        <a:cs typeface="+mn-cs"/>
      </a:defRPr>
    </a:lvl4pPr>
    <a:lvl5pPr marL="401159" algn="l" defTabSz="200581" rtl="0" eaLnBrk="1" latinLnBrk="0" hangingPunct="1">
      <a:defRPr sz="263" kern="1200">
        <a:solidFill>
          <a:schemeClr val="tx1"/>
        </a:solidFill>
        <a:latin typeface="+mn-lt"/>
        <a:ea typeface="+mn-ea"/>
        <a:cs typeface="+mn-cs"/>
      </a:defRPr>
    </a:lvl5pPr>
    <a:lvl6pPr marL="501449" algn="l" defTabSz="200581" rtl="0" eaLnBrk="1" latinLnBrk="0" hangingPunct="1">
      <a:defRPr sz="263" kern="1200">
        <a:solidFill>
          <a:schemeClr val="tx1"/>
        </a:solidFill>
        <a:latin typeface="+mn-lt"/>
        <a:ea typeface="+mn-ea"/>
        <a:cs typeface="+mn-cs"/>
      </a:defRPr>
    </a:lvl6pPr>
    <a:lvl7pPr marL="601740" algn="l" defTabSz="200581" rtl="0" eaLnBrk="1" latinLnBrk="0" hangingPunct="1">
      <a:defRPr sz="263" kern="1200">
        <a:solidFill>
          <a:schemeClr val="tx1"/>
        </a:solidFill>
        <a:latin typeface="+mn-lt"/>
        <a:ea typeface="+mn-ea"/>
        <a:cs typeface="+mn-cs"/>
      </a:defRPr>
    </a:lvl7pPr>
    <a:lvl8pPr marL="702030" algn="l" defTabSz="200581" rtl="0" eaLnBrk="1" latinLnBrk="0" hangingPunct="1">
      <a:defRPr sz="263" kern="1200">
        <a:solidFill>
          <a:schemeClr val="tx1"/>
        </a:solidFill>
        <a:latin typeface="+mn-lt"/>
        <a:ea typeface="+mn-ea"/>
        <a:cs typeface="+mn-cs"/>
      </a:defRPr>
    </a:lvl8pPr>
    <a:lvl9pPr marL="802318" algn="l" defTabSz="200581" rtl="0" eaLnBrk="1" latinLnBrk="0" hangingPunct="1">
      <a:defRPr sz="26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49325" y="1143000"/>
            <a:ext cx="49593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47636C-B006-8E47-A161-B8C06667EDC6}" type="slidenum">
              <a:rPr lang="en-DE" smtClean="0"/>
              <a:t>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605469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4349" y="150168"/>
            <a:ext cx="1106091" cy="319452"/>
          </a:xfrm>
        </p:spPr>
        <p:txBody>
          <a:bodyPr anchor="b"/>
          <a:lstStyle>
            <a:lvl1pPr algn="ctr">
              <a:defRPr sz="726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4349" y="481939"/>
            <a:ext cx="1106091" cy="221535"/>
          </a:xfrm>
        </p:spPr>
        <p:txBody>
          <a:bodyPr/>
          <a:lstStyle>
            <a:lvl1pPr marL="0" indent="0" algn="ctr">
              <a:buNone/>
              <a:defRPr sz="290"/>
            </a:lvl1pPr>
            <a:lvl2pPr marL="55321" indent="0" algn="ctr">
              <a:buNone/>
              <a:defRPr sz="242"/>
            </a:lvl2pPr>
            <a:lvl3pPr marL="110642" indent="0" algn="ctr">
              <a:buNone/>
              <a:defRPr sz="218"/>
            </a:lvl3pPr>
            <a:lvl4pPr marL="165964" indent="0" algn="ctr">
              <a:buNone/>
              <a:defRPr sz="194"/>
            </a:lvl4pPr>
            <a:lvl5pPr marL="221285" indent="0" algn="ctr">
              <a:buNone/>
              <a:defRPr sz="194"/>
            </a:lvl5pPr>
            <a:lvl6pPr marL="276606" indent="0" algn="ctr">
              <a:buNone/>
              <a:defRPr sz="194"/>
            </a:lvl6pPr>
            <a:lvl7pPr marL="331927" indent="0" algn="ctr">
              <a:buNone/>
              <a:defRPr sz="194"/>
            </a:lvl7pPr>
            <a:lvl8pPr marL="387248" indent="0" algn="ctr">
              <a:buNone/>
              <a:defRPr sz="194"/>
            </a:lvl8pPr>
            <a:lvl9pPr marL="442570" indent="0" algn="ctr">
              <a:buNone/>
              <a:defRPr sz="194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13.05.26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86990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13.05.26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9301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623" y="228757"/>
            <a:ext cx="1272005" cy="381686"/>
          </a:xfrm>
        </p:spPr>
        <p:txBody>
          <a:bodyPr anchor="b"/>
          <a:lstStyle>
            <a:lvl1pPr>
              <a:defRPr sz="726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623" y="614053"/>
            <a:ext cx="1272005" cy="200719"/>
          </a:xfrm>
        </p:spPr>
        <p:txBody>
          <a:bodyPr/>
          <a:lstStyle>
            <a:lvl1pPr marL="0" indent="0">
              <a:buNone/>
              <a:defRPr sz="290">
                <a:solidFill>
                  <a:schemeClr val="tx1">
                    <a:tint val="82000"/>
                  </a:schemeClr>
                </a:solidFill>
              </a:defRPr>
            </a:lvl1pPr>
            <a:lvl2pPr marL="55321" indent="0">
              <a:buNone/>
              <a:defRPr sz="242">
                <a:solidFill>
                  <a:schemeClr val="tx1">
                    <a:tint val="82000"/>
                  </a:schemeClr>
                </a:solidFill>
              </a:defRPr>
            </a:lvl2pPr>
            <a:lvl3pPr marL="110642" indent="0">
              <a:buNone/>
              <a:defRPr sz="218">
                <a:solidFill>
                  <a:schemeClr val="tx1">
                    <a:tint val="82000"/>
                  </a:schemeClr>
                </a:solidFill>
              </a:defRPr>
            </a:lvl3pPr>
            <a:lvl4pPr marL="165964" indent="0">
              <a:buNone/>
              <a:defRPr sz="194">
                <a:solidFill>
                  <a:schemeClr val="tx1">
                    <a:tint val="82000"/>
                  </a:schemeClr>
                </a:solidFill>
              </a:defRPr>
            </a:lvl4pPr>
            <a:lvl5pPr marL="221285" indent="0">
              <a:buNone/>
              <a:defRPr sz="194">
                <a:solidFill>
                  <a:schemeClr val="tx1">
                    <a:tint val="82000"/>
                  </a:schemeClr>
                </a:solidFill>
              </a:defRPr>
            </a:lvl5pPr>
            <a:lvl6pPr marL="276606" indent="0">
              <a:buNone/>
              <a:defRPr sz="194">
                <a:solidFill>
                  <a:schemeClr val="tx1">
                    <a:tint val="82000"/>
                  </a:schemeClr>
                </a:solidFill>
              </a:defRPr>
            </a:lvl6pPr>
            <a:lvl7pPr marL="331927" indent="0">
              <a:buNone/>
              <a:defRPr sz="194">
                <a:solidFill>
                  <a:schemeClr val="tx1">
                    <a:tint val="82000"/>
                  </a:schemeClr>
                </a:solidFill>
              </a:defRPr>
            </a:lvl7pPr>
            <a:lvl8pPr marL="387248" indent="0">
              <a:buNone/>
              <a:defRPr sz="194">
                <a:solidFill>
                  <a:schemeClr val="tx1">
                    <a:tint val="82000"/>
                  </a:schemeClr>
                </a:solidFill>
              </a:defRPr>
            </a:lvl8pPr>
            <a:lvl9pPr marL="442570" indent="0">
              <a:buNone/>
              <a:defRPr sz="19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13.05.26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51320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392" y="244262"/>
            <a:ext cx="626785" cy="58219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6611" y="244262"/>
            <a:ext cx="626785" cy="58219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13.05.26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01069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584" y="48853"/>
            <a:ext cx="1272005" cy="17735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584" y="224934"/>
            <a:ext cx="623904" cy="110236"/>
          </a:xfrm>
        </p:spPr>
        <p:txBody>
          <a:bodyPr anchor="b"/>
          <a:lstStyle>
            <a:lvl1pPr marL="0" indent="0">
              <a:buNone/>
              <a:defRPr sz="290" b="1"/>
            </a:lvl1pPr>
            <a:lvl2pPr marL="55321" indent="0">
              <a:buNone/>
              <a:defRPr sz="242" b="1"/>
            </a:lvl2pPr>
            <a:lvl3pPr marL="110642" indent="0">
              <a:buNone/>
              <a:defRPr sz="218" b="1"/>
            </a:lvl3pPr>
            <a:lvl4pPr marL="165964" indent="0">
              <a:buNone/>
              <a:defRPr sz="194" b="1"/>
            </a:lvl4pPr>
            <a:lvl5pPr marL="221285" indent="0">
              <a:buNone/>
              <a:defRPr sz="194" b="1"/>
            </a:lvl5pPr>
            <a:lvl6pPr marL="276606" indent="0">
              <a:buNone/>
              <a:defRPr sz="194" b="1"/>
            </a:lvl6pPr>
            <a:lvl7pPr marL="331927" indent="0">
              <a:buNone/>
              <a:defRPr sz="194" b="1"/>
            </a:lvl7pPr>
            <a:lvl8pPr marL="387248" indent="0">
              <a:buNone/>
              <a:defRPr sz="194" b="1"/>
            </a:lvl8pPr>
            <a:lvl9pPr marL="442570" indent="0">
              <a:buNone/>
              <a:defRPr sz="19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584" y="335170"/>
            <a:ext cx="623904" cy="49298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6611" y="224934"/>
            <a:ext cx="626977" cy="110236"/>
          </a:xfrm>
        </p:spPr>
        <p:txBody>
          <a:bodyPr anchor="b"/>
          <a:lstStyle>
            <a:lvl1pPr marL="0" indent="0">
              <a:buNone/>
              <a:defRPr sz="290" b="1"/>
            </a:lvl1pPr>
            <a:lvl2pPr marL="55321" indent="0">
              <a:buNone/>
              <a:defRPr sz="242" b="1"/>
            </a:lvl2pPr>
            <a:lvl3pPr marL="110642" indent="0">
              <a:buNone/>
              <a:defRPr sz="218" b="1"/>
            </a:lvl3pPr>
            <a:lvl4pPr marL="165964" indent="0">
              <a:buNone/>
              <a:defRPr sz="194" b="1"/>
            </a:lvl4pPr>
            <a:lvl5pPr marL="221285" indent="0">
              <a:buNone/>
              <a:defRPr sz="194" b="1"/>
            </a:lvl5pPr>
            <a:lvl6pPr marL="276606" indent="0">
              <a:buNone/>
              <a:defRPr sz="194" b="1"/>
            </a:lvl6pPr>
            <a:lvl7pPr marL="331927" indent="0">
              <a:buNone/>
              <a:defRPr sz="194" b="1"/>
            </a:lvl7pPr>
            <a:lvl8pPr marL="387248" indent="0">
              <a:buNone/>
              <a:defRPr sz="194" b="1"/>
            </a:lvl8pPr>
            <a:lvl9pPr marL="442570" indent="0">
              <a:buNone/>
              <a:defRPr sz="19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6611" y="335170"/>
            <a:ext cx="626977" cy="49298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13.05.26</a:t>
            </a:fld>
            <a:endParaRPr lang="en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4787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13.05.26</a:t>
            </a:fld>
            <a:endParaRPr lang="en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96617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13.05.26</a:t>
            </a:fld>
            <a:endParaRPr lang="en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36472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584" y="61172"/>
            <a:ext cx="475657" cy="214101"/>
          </a:xfrm>
        </p:spPr>
        <p:txBody>
          <a:bodyPr anchor="b"/>
          <a:lstStyle>
            <a:lvl1pPr>
              <a:defRPr sz="38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6977" y="132114"/>
            <a:ext cx="746611" cy="652073"/>
          </a:xfrm>
        </p:spPr>
        <p:txBody>
          <a:bodyPr/>
          <a:lstStyle>
            <a:lvl1pPr>
              <a:defRPr sz="387"/>
            </a:lvl1pPr>
            <a:lvl2pPr>
              <a:defRPr sz="339"/>
            </a:lvl2pPr>
            <a:lvl3pPr>
              <a:defRPr sz="290"/>
            </a:lvl3pPr>
            <a:lvl4pPr>
              <a:defRPr sz="242"/>
            </a:lvl4pPr>
            <a:lvl5pPr>
              <a:defRPr sz="242"/>
            </a:lvl5pPr>
            <a:lvl6pPr>
              <a:defRPr sz="242"/>
            </a:lvl6pPr>
            <a:lvl7pPr>
              <a:defRPr sz="242"/>
            </a:lvl7pPr>
            <a:lvl8pPr>
              <a:defRPr sz="242"/>
            </a:lvl8pPr>
            <a:lvl9pPr>
              <a:defRPr sz="242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584" y="275273"/>
            <a:ext cx="475657" cy="509976"/>
          </a:xfrm>
        </p:spPr>
        <p:txBody>
          <a:bodyPr/>
          <a:lstStyle>
            <a:lvl1pPr marL="0" indent="0">
              <a:buNone/>
              <a:defRPr sz="194"/>
            </a:lvl1pPr>
            <a:lvl2pPr marL="55321" indent="0">
              <a:buNone/>
              <a:defRPr sz="169"/>
            </a:lvl2pPr>
            <a:lvl3pPr marL="110642" indent="0">
              <a:buNone/>
              <a:defRPr sz="145"/>
            </a:lvl3pPr>
            <a:lvl4pPr marL="165964" indent="0">
              <a:buNone/>
              <a:defRPr sz="121"/>
            </a:lvl4pPr>
            <a:lvl5pPr marL="221285" indent="0">
              <a:buNone/>
              <a:defRPr sz="121"/>
            </a:lvl5pPr>
            <a:lvl6pPr marL="276606" indent="0">
              <a:buNone/>
              <a:defRPr sz="121"/>
            </a:lvl6pPr>
            <a:lvl7pPr marL="331927" indent="0">
              <a:buNone/>
              <a:defRPr sz="121"/>
            </a:lvl7pPr>
            <a:lvl8pPr marL="387248" indent="0">
              <a:buNone/>
              <a:defRPr sz="121"/>
            </a:lvl8pPr>
            <a:lvl9pPr marL="442570" indent="0">
              <a:buNone/>
              <a:defRPr sz="12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13.05.26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48983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584" y="61172"/>
            <a:ext cx="475657" cy="214101"/>
          </a:xfrm>
        </p:spPr>
        <p:txBody>
          <a:bodyPr anchor="b"/>
          <a:lstStyle>
            <a:lvl1pPr>
              <a:defRPr sz="38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6977" y="132114"/>
            <a:ext cx="746611" cy="652073"/>
          </a:xfrm>
        </p:spPr>
        <p:txBody>
          <a:bodyPr anchor="t"/>
          <a:lstStyle>
            <a:lvl1pPr marL="0" indent="0">
              <a:buNone/>
              <a:defRPr sz="387"/>
            </a:lvl1pPr>
            <a:lvl2pPr marL="55321" indent="0">
              <a:buNone/>
              <a:defRPr sz="339"/>
            </a:lvl2pPr>
            <a:lvl3pPr marL="110642" indent="0">
              <a:buNone/>
              <a:defRPr sz="290"/>
            </a:lvl3pPr>
            <a:lvl4pPr marL="165964" indent="0">
              <a:buNone/>
              <a:defRPr sz="242"/>
            </a:lvl4pPr>
            <a:lvl5pPr marL="221285" indent="0">
              <a:buNone/>
              <a:defRPr sz="242"/>
            </a:lvl5pPr>
            <a:lvl6pPr marL="276606" indent="0">
              <a:buNone/>
              <a:defRPr sz="242"/>
            </a:lvl6pPr>
            <a:lvl7pPr marL="331927" indent="0">
              <a:buNone/>
              <a:defRPr sz="242"/>
            </a:lvl7pPr>
            <a:lvl8pPr marL="387248" indent="0">
              <a:buNone/>
              <a:defRPr sz="242"/>
            </a:lvl8pPr>
            <a:lvl9pPr marL="442570" indent="0">
              <a:buNone/>
              <a:defRPr sz="242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584" y="275273"/>
            <a:ext cx="475657" cy="509976"/>
          </a:xfrm>
        </p:spPr>
        <p:txBody>
          <a:bodyPr/>
          <a:lstStyle>
            <a:lvl1pPr marL="0" indent="0">
              <a:buNone/>
              <a:defRPr sz="194"/>
            </a:lvl1pPr>
            <a:lvl2pPr marL="55321" indent="0">
              <a:buNone/>
              <a:defRPr sz="169"/>
            </a:lvl2pPr>
            <a:lvl3pPr marL="110642" indent="0">
              <a:buNone/>
              <a:defRPr sz="145"/>
            </a:lvl3pPr>
            <a:lvl4pPr marL="165964" indent="0">
              <a:buNone/>
              <a:defRPr sz="121"/>
            </a:lvl4pPr>
            <a:lvl5pPr marL="221285" indent="0">
              <a:buNone/>
              <a:defRPr sz="121"/>
            </a:lvl5pPr>
            <a:lvl6pPr marL="276606" indent="0">
              <a:buNone/>
              <a:defRPr sz="121"/>
            </a:lvl6pPr>
            <a:lvl7pPr marL="331927" indent="0">
              <a:buNone/>
              <a:defRPr sz="121"/>
            </a:lvl7pPr>
            <a:lvl8pPr marL="387248" indent="0">
              <a:buNone/>
              <a:defRPr sz="121"/>
            </a:lvl8pPr>
            <a:lvl9pPr marL="442570" indent="0">
              <a:buNone/>
              <a:defRPr sz="12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13.05.26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90114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13.05.26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26424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55395" y="48853"/>
            <a:ext cx="318001" cy="77760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1391" y="48853"/>
            <a:ext cx="935569" cy="77760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13.05.26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68273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392" y="48853"/>
            <a:ext cx="1272005" cy="177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392" y="244262"/>
            <a:ext cx="1272005" cy="582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1392" y="850456"/>
            <a:ext cx="331827" cy="488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9FBDB8-36C6-4744-999D-C99C2C96D370}" type="datetimeFigureOut">
              <a:rPr lang="en-DE" smtClean="0"/>
              <a:t>13.05.26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8524" y="850456"/>
            <a:ext cx="497741" cy="488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1569" y="850456"/>
            <a:ext cx="331827" cy="488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27964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</p:sldLayoutIdLst>
  <p:txStyles>
    <p:titleStyle>
      <a:lvl1pPr algn="l" defTabSz="110642" rtl="0" eaLnBrk="1" latinLnBrk="0" hangingPunct="1">
        <a:lnSpc>
          <a:spcPct val="90000"/>
        </a:lnSpc>
        <a:spcBef>
          <a:spcPct val="0"/>
        </a:spcBef>
        <a:buNone/>
        <a:defRPr sz="53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661" indent="-27661" algn="l" defTabSz="110642" rtl="0" eaLnBrk="1" latinLnBrk="0" hangingPunct="1">
        <a:lnSpc>
          <a:spcPct val="90000"/>
        </a:lnSpc>
        <a:spcBef>
          <a:spcPts val="121"/>
        </a:spcBef>
        <a:buFont typeface="Arial" panose="020B0604020202020204" pitchFamily="34" charset="0"/>
        <a:buChar char="•"/>
        <a:defRPr sz="339" kern="1200">
          <a:solidFill>
            <a:schemeClr val="tx1"/>
          </a:solidFill>
          <a:latin typeface="+mn-lt"/>
          <a:ea typeface="+mn-ea"/>
          <a:cs typeface="+mn-cs"/>
        </a:defRPr>
      </a:lvl1pPr>
      <a:lvl2pPr marL="82982" indent="-27661" algn="l" defTabSz="110642" rtl="0" eaLnBrk="1" latinLnBrk="0" hangingPunct="1">
        <a:lnSpc>
          <a:spcPct val="90000"/>
        </a:lnSpc>
        <a:spcBef>
          <a:spcPts val="61"/>
        </a:spcBef>
        <a:buFont typeface="Arial" panose="020B0604020202020204" pitchFamily="34" charset="0"/>
        <a:buChar char="•"/>
        <a:defRPr sz="290" kern="1200">
          <a:solidFill>
            <a:schemeClr val="tx1"/>
          </a:solidFill>
          <a:latin typeface="+mn-lt"/>
          <a:ea typeface="+mn-ea"/>
          <a:cs typeface="+mn-cs"/>
        </a:defRPr>
      </a:lvl2pPr>
      <a:lvl3pPr marL="138303" indent="-27661" algn="l" defTabSz="110642" rtl="0" eaLnBrk="1" latinLnBrk="0" hangingPunct="1">
        <a:lnSpc>
          <a:spcPct val="90000"/>
        </a:lnSpc>
        <a:spcBef>
          <a:spcPts val="61"/>
        </a:spcBef>
        <a:buFont typeface="Arial" panose="020B0604020202020204" pitchFamily="34" charset="0"/>
        <a:buChar char="•"/>
        <a:defRPr sz="242" kern="1200">
          <a:solidFill>
            <a:schemeClr val="tx1"/>
          </a:solidFill>
          <a:latin typeface="+mn-lt"/>
          <a:ea typeface="+mn-ea"/>
          <a:cs typeface="+mn-cs"/>
        </a:defRPr>
      </a:lvl3pPr>
      <a:lvl4pPr marL="193624" indent="-27661" algn="l" defTabSz="110642" rtl="0" eaLnBrk="1" latinLnBrk="0" hangingPunct="1">
        <a:lnSpc>
          <a:spcPct val="90000"/>
        </a:lnSpc>
        <a:spcBef>
          <a:spcPts val="61"/>
        </a:spcBef>
        <a:buFont typeface="Arial" panose="020B0604020202020204" pitchFamily="34" charset="0"/>
        <a:buChar char="•"/>
        <a:defRPr sz="218" kern="1200">
          <a:solidFill>
            <a:schemeClr val="tx1"/>
          </a:solidFill>
          <a:latin typeface="+mn-lt"/>
          <a:ea typeface="+mn-ea"/>
          <a:cs typeface="+mn-cs"/>
        </a:defRPr>
      </a:lvl4pPr>
      <a:lvl5pPr marL="248945" indent="-27661" algn="l" defTabSz="110642" rtl="0" eaLnBrk="1" latinLnBrk="0" hangingPunct="1">
        <a:lnSpc>
          <a:spcPct val="90000"/>
        </a:lnSpc>
        <a:spcBef>
          <a:spcPts val="61"/>
        </a:spcBef>
        <a:buFont typeface="Arial" panose="020B0604020202020204" pitchFamily="34" charset="0"/>
        <a:buChar char="•"/>
        <a:defRPr sz="218" kern="1200">
          <a:solidFill>
            <a:schemeClr val="tx1"/>
          </a:solidFill>
          <a:latin typeface="+mn-lt"/>
          <a:ea typeface="+mn-ea"/>
          <a:cs typeface="+mn-cs"/>
        </a:defRPr>
      </a:lvl5pPr>
      <a:lvl6pPr marL="304267" indent="-27661" algn="l" defTabSz="110642" rtl="0" eaLnBrk="1" latinLnBrk="0" hangingPunct="1">
        <a:lnSpc>
          <a:spcPct val="90000"/>
        </a:lnSpc>
        <a:spcBef>
          <a:spcPts val="61"/>
        </a:spcBef>
        <a:buFont typeface="Arial" panose="020B0604020202020204" pitchFamily="34" charset="0"/>
        <a:buChar char="•"/>
        <a:defRPr sz="218" kern="1200">
          <a:solidFill>
            <a:schemeClr val="tx1"/>
          </a:solidFill>
          <a:latin typeface="+mn-lt"/>
          <a:ea typeface="+mn-ea"/>
          <a:cs typeface="+mn-cs"/>
        </a:defRPr>
      </a:lvl6pPr>
      <a:lvl7pPr marL="359588" indent="-27661" algn="l" defTabSz="110642" rtl="0" eaLnBrk="1" latinLnBrk="0" hangingPunct="1">
        <a:lnSpc>
          <a:spcPct val="90000"/>
        </a:lnSpc>
        <a:spcBef>
          <a:spcPts val="61"/>
        </a:spcBef>
        <a:buFont typeface="Arial" panose="020B0604020202020204" pitchFamily="34" charset="0"/>
        <a:buChar char="•"/>
        <a:defRPr sz="218" kern="1200">
          <a:solidFill>
            <a:schemeClr val="tx1"/>
          </a:solidFill>
          <a:latin typeface="+mn-lt"/>
          <a:ea typeface="+mn-ea"/>
          <a:cs typeface="+mn-cs"/>
        </a:defRPr>
      </a:lvl7pPr>
      <a:lvl8pPr marL="414909" indent="-27661" algn="l" defTabSz="110642" rtl="0" eaLnBrk="1" latinLnBrk="0" hangingPunct="1">
        <a:lnSpc>
          <a:spcPct val="90000"/>
        </a:lnSpc>
        <a:spcBef>
          <a:spcPts val="61"/>
        </a:spcBef>
        <a:buFont typeface="Arial" panose="020B0604020202020204" pitchFamily="34" charset="0"/>
        <a:buChar char="•"/>
        <a:defRPr sz="218" kern="1200">
          <a:solidFill>
            <a:schemeClr val="tx1"/>
          </a:solidFill>
          <a:latin typeface="+mn-lt"/>
          <a:ea typeface="+mn-ea"/>
          <a:cs typeface="+mn-cs"/>
        </a:defRPr>
      </a:lvl8pPr>
      <a:lvl9pPr marL="470230" indent="-27661" algn="l" defTabSz="110642" rtl="0" eaLnBrk="1" latinLnBrk="0" hangingPunct="1">
        <a:lnSpc>
          <a:spcPct val="90000"/>
        </a:lnSpc>
        <a:spcBef>
          <a:spcPts val="61"/>
        </a:spcBef>
        <a:buFont typeface="Arial" panose="020B0604020202020204" pitchFamily="34" charset="0"/>
        <a:buChar char="•"/>
        <a:defRPr sz="21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0642" rtl="0" eaLnBrk="1" latinLnBrk="0" hangingPunct="1">
        <a:defRPr sz="218" kern="1200">
          <a:solidFill>
            <a:schemeClr val="tx1"/>
          </a:solidFill>
          <a:latin typeface="+mn-lt"/>
          <a:ea typeface="+mn-ea"/>
          <a:cs typeface="+mn-cs"/>
        </a:defRPr>
      </a:lvl1pPr>
      <a:lvl2pPr marL="55321" algn="l" defTabSz="110642" rtl="0" eaLnBrk="1" latinLnBrk="0" hangingPunct="1">
        <a:defRPr sz="218" kern="1200">
          <a:solidFill>
            <a:schemeClr val="tx1"/>
          </a:solidFill>
          <a:latin typeface="+mn-lt"/>
          <a:ea typeface="+mn-ea"/>
          <a:cs typeface="+mn-cs"/>
        </a:defRPr>
      </a:lvl2pPr>
      <a:lvl3pPr marL="110642" algn="l" defTabSz="110642" rtl="0" eaLnBrk="1" latinLnBrk="0" hangingPunct="1">
        <a:defRPr sz="218" kern="1200">
          <a:solidFill>
            <a:schemeClr val="tx1"/>
          </a:solidFill>
          <a:latin typeface="+mn-lt"/>
          <a:ea typeface="+mn-ea"/>
          <a:cs typeface="+mn-cs"/>
        </a:defRPr>
      </a:lvl3pPr>
      <a:lvl4pPr marL="165964" algn="l" defTabSz="110642" rtl="0" eaLnBrk="1" latinLnBrk="0" hangingPunct="1">
        <a:defRPr sz="218" kern="1200">
          <a:solidFill>
            <a:schemeClr val="tx1"/>
          </a:solidFill>
          <a:latin typeface="+mn-lt"/>
          <a:ea typeface="+mn-ea"/>
          <a:cs typeface="+mn-cs"/>
        </a:defRPr>
      </a:lvl4pPr>
      <a:lvl5pPr marL="221285" algn="l" defTabSz="110642" rtl="0" eaLnBrk="1" latinLnBrk="0" hangingPunct="1">
        <a:defRPr sz="218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" algn="l" defTabSz="110642" rtl="0" eaLnBrk="1" latinLnBrk="0" hangingPunct="1">
        <a:defRPr sz="218" kern="1200">
          <a:solidFill>
            <a:schemeClr val="tx1"/>
          </a:solidFill>
          <a:latin typeface="+mn-lt"/>
          <a:ea typeface="+mn-ea"/>
          <a:cs typeface="+mn-cs"/>
        </a:defRPr>
      </a:lvl6pPr>
      <a:lvl7pPr marL="331927" algn="l" defTabSz="110642" rtl="0" eaLnBrk="1" latinLnBrk="0" hangingPunct="1">
        <a:defRPr sz="218" kern="1200">
          <a:solidFill>
            <a:schemeClr val="tx1"/>
          </a:solidFill>
          <a:latin typeface="+mn-lt"/>
          <a:ea typeface="+mn-ea"/>
          <a:cs typeface="+mn-cs"/>
        </a:defRPr>
      </a:lvl7pPr>
      <a:lvl8pPr marL="387248" algn="l" defTabSz="110642" rtl="0" eaLnBrk="1" latinLnBrk="0" hangingPunct="1">
        <a:defRPr sz="218" kern="1200">
          <a:solidFill>
            <a:schemeClr val="tx1"/>
          </a:solidFill>
          <a:latin typeface="+mn-lt"/>
          <a:ea typeface="+mn-ea"/>
          <a:cs typeface="+mn-cs"/>
        </a:defRPr>
      </a:lvl8pPr>
      <a:lvl9pPr marL="442570" algn="l" defTabSz="110642" rtl="0" eaLnBrk="1" latinLnBrk="0" hangingPunct="1">
        <a:defRPr sz="21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86934039-67C0-4262-49AA-B2CF05085B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43" y="19291"/>
            <a:ext cx="707050" cy="441907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CF703F24-8D10-2EC5-839F-D106B4D88F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215" y="61748"/>
            <a:ext cx="657100" cy="375486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AD598221-6FA9-DCDD-46ED-51B9655FD0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91" y="472578"/>
            <a:ext cx="741662" cy="444997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95B5EE48-03AD-231F-48B3-E094B0C3B020}"/>
              </a:ext>
            </a:extLst>
          </p:cNvPr>
          <p:cNvSpPr txBox="1"/>
          <p:nvPr/>
        </p:nvSpPr>
        <p:spPr>
          <a:xfrm>
            <a:off x="-61559" y="-37179"/>
            <a:ext cx="23575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500" b="1" dirty="0"/>
              <a:t>A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C990AAA-07DF-370E-82C2-B0A28810BE15}"/>
              </a:ext>
            </a:extLst>
          </p:cNvPr>
          <p:cNvSpPr txBox="1"/>
          <p:nvPr/>
        </p:nvSpPr>
        <p:spPr>
          <a:xfrm>
            <a:off x="684340" y="-28580"/>
            <a:ext cx="23575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500" b="1" dirty="0"/>
              <a:t>B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7E5B50E-43FF-5CD0-7453-90AD1C45CC86}"/>
              </a:ext>
            </a:extLst>
          </p:cNvPr>
          <p:cNvSpPr txBox="1"/>
          <p:nvPr/>
        </p:nvSpPr>
        <p:spPr>
          <a:xfrm>
            <a:off x="-86236" y="406554"/>
            <a:ext cx="23575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500" b="1" dirty="0"/>
              <a:t>C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35A271-CE3D-7C24-642F-B0F7111DFD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533" y="487483"/>
            <a:ext cx="734657" cy="326514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60D85E2A-5AF1-42B3-DB7B-56B966CB1210}"/>
              </a:ext>
            </a:extLst>
          </p:cNvPr>
          <p:cNvSpPr txBox="1"/>
          <p:nvPr/>
        </p:nvSpPr>
        <p:spPr>
          <a:xfrm>
            <a:off x="651797" y="402404"/>
            <a:ext cx="23575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500" b="1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064014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3222</TotalTime>
  <Words>5</Words>
  <Application>Microsoft Macintosh PowerPoint</Application>
  <PresentationFormat>Custom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RAMESH, Arunkumar (SALISBURY NHS FOUNDATION TRUST)</dc:creator>
  <cp:lastModifiedBy>RAMESH, Arunkumar (SALISBURY NHS FOUNDATION TRUST)</cp:lastModifiedBy>
  <cp:revision>26</cp:revision>
  <dcterms:created xsi:type="dcterms:W3CDTF">2026-04-28T09:32:36Z</dcterms:created>
  <dcterms:modified xsi:type="dcterms:W3CDTF">2026-05-13T09:42:57Z</dcterms:modified>
</cp:coreProperties>
</file>