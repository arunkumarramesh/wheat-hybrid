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48" r:id="rId1"/>
  </p:sldMasterIdLst>
  <p:notesMasterIdLst>
    <p:notesMasterId r:id="rId3"/>
  </p:notesMasterIdLst>
  <p:sldIdLst>
    <p:sldId id="282" r:id="rId2"/>
  </p:sldIdLst>
  <p:sldSz cx="1763713" cy="914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94686"/>
  </p:normalViewPr>
  <p:slideViewPr>
    <p:cSldViewPr snapToGrid="0">
      <p:cViewPr varScale="1">
        <p:scale>
          <a:sx n="400" d="100"/>
          <a:sy n="400" d="100"/>
        </p:scale>
        <p:origin x="2144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CFC23-F338-EB41-8653-4316F1EF48B5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4025" y="1143000"/>
            <a:ext cx="59499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7636C-B006-8E47-A161-B8C06667ED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302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1pPr>
    <a:lvl2pPr marL="70843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2pPr>
    <a:lvl3pPr marL="14168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3pPr>
    <a:lvl4pPr marL="21253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4pPr>
    <a:lvl5pPr marL="283373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5pPr>
    <a:lvl6pPr marL="35421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6pPr>
    <a:lvl7pPr marL="42506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7pPr>
    <a:lvl8pPr marL="495904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8pPr>
    <a:lvl9pPr marL="56674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464" y="149648"/>
            <a:ext cx="1322785" cy="318347"/>
          </a:xfrm>
        </p:spPr>
        <p:txBody>
          <a:bodyPr anchor="b"/>
          <a:lstStyle>
            <a:lvl1pPr algn="ctr">
              <a:defRPr sz="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464" y="480272"/>
            <a:ext cx="1322785" cy="220768"/>
          </a:xfrm>
        </p:spPr>
        <p:txBody>
          <a:bodyPr/>
          <a:lstStyle>
            <a:lvl1pPr marL="0" indent="0" algn="ctr">
              <a:buNone/>
              <a:defRPr sz="320"/>
            </a:lvl1pPr>
            <a:lvl2pPr marL="60945" indent="0" algn="ctr">
              <a:buNone/>
              <a:defRPr sz="267"/>
            </a:lvl2pPr>
            <a:lvl3pPr marL="121890" indent="0" algn="ctr">
              <a:buNone/>
              <a:defRPr sz="240"/>
            </a:lvl3pPr>
            <a:lvl4pPr marL="182834" indent="0" algn="ctr">
              <a:buNone/>
              <a:defRPr sz="213"/>
            </a:lvl4pPr>
            <a:lvl5pPr marL="243779" indent="0" algn="ctr">
              <a:buNone/>
              <a:defRPr sz="213"/>
            </a:lvl5pPr>
            <a:lvl6pPr marL="304724" indent="0" algn="ctr">
              <a:buNone/>
              <a:defRPr sz="213"/>
            </a:lvl6pPr>
            <a:lvl7pPr marL="365669" indent="0" algn="ctr">
              <a:buNone/>
              <a:defRPr sz="213"/>
            </a:lvl7pPr>
            <a:lvl8pPr marL="426613" indent="0" algn="ctr">
              <a:buNone/>
              <a:defRPr sz="213"/>
            </a:lvl8pPr>
            <a:lvl9pPr marL="487558" indent="0" algn="ctr">
              <a:buNone/>
              <a:defRPr sz="21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8552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33162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337" y="227965"/>
            <a:ext cx="1521202" cy="380365"/>
          </a:xfrm>
        </p:spPr>
        <p:txBody>
          <a:bodyPr anchor="b"/>
          <a:lstStyle>
            <a:lvl1pPr>
              <a:defRPr sz="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337" y="611928"/>
            <a:ext cx="1521202" cy="200025"/>
          </a:xfrm>
        </p:spPr>
        <p:txBody>
          <a:bodyPr/>
          <a:lstStyle>
            <a:lvl1pPr marL="0" indent="0">
              <a:buNone/>
              <a:defRPr sz="320">
                <a:solidFill>
                  <a:schemeClr val="tx1">
                    <a:tint val="82000"/>
                  </a:schemeClr>
                </a:solidFill>
              </a:defRPr>
            </a:lvl1pPr>
            <a:lvl2pPr marL="60945" indent="0">
              <a:buNone/>
              <a:defRPr sz="267">
                <a:solidFill>
                  <a:schemeClr val="tx1">
                    <a:tint val="82000"/>
                  </a:schemeClr>
                </a:solidFill>
              </a:defRPr>
            </a:lvl2pPr>
            <a:lvl3pPr marL="12189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3pPr>
            <a:lvl4pPr marL="182834" indent="0">
              <a:buNone/>
              <a:defRPr sz="213">
                <a:solidFill>
                  <a:schemeClr val="tx1">
                    <a:tint val="82000"/>
                  </a:schemeClr>
                </a:solidFill>
              </a:defRPr>
            </a:lvl4pPr>
            <a:lvl5pPr marL="243779" indent="0">
              <a:buNone/>
              <a:defRPr sz="213">
                <a:solidFill>
                  <a:schemeClr val="tx1">
                    <a:tint val="82000"/>
                  </a:schemeClr>
                </a:solidFill>
              </a:defRPr>
            </a:lvl5pPr>
            <a:lvl6pPr marL="304724" indent="0">
              <a:buNone/>
              <a:defRPr sz="213">
                <a:solidFill>
                  <a:schemeClr val="tx1">
                    <a:tint val="82000"/>
                  </a:schemeClr>
                </a:solidFill>
              </a:defRPr>
            </a:lvl6pPr>
            <a:lvl7pPr marL="365669" indent="0">
              <a:buNone/>
              <a:defRPr sz="213">
                <a:solidFill>
                  <a:schemeClr val="tx1">
                    <a:tint val="82000"/>
                  </a:schemeClr>
                </a:solidFill>
              </a:defRPr>
            </a:lvl7pPr>
            <a:lvl8pPr marL="426613" indent="0">
              <a:buNone/>
              <a:defRPr sz="213">
                <a:solidFill>
                  <a:schemeClr val="tx1">
                    <a:tint val="82000"/>
                  </a:schemeClr>
                </a:solidFill>
              </a:defRPr>
            </a:lvl8pPr>
            <a:lvl9pPr marL="487558" indent="0">
              <a:buNone/>
              <a:defRPr sz="21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84921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255" y="243417"/>
            <a:ext cx="749578" cy="5801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2880" y="243417"/>
            <a:ext cx="749578" cy="5801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03016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485" y="48683"/>
            <a:ext cx="1521202" cy="17674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485" y="224155"/>
            <a:ext cx="746133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485" y="334010"/>
            <a:ext cx="746133" cy="4912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92880" y="224155"/>
            <a:ext cx="749808" cy="109855"/>
          </a:xfrm>
        </p:spPr>
        <p:txBody>
          <a:bodyPr anchor="b"/>
          <a:lstStyle>
            <a:lvl1pPr marL="0" indent="0">
              <a:buNone/>
              <a:defRPr sz="320" b="1"/>
            </a:lvl1pPr>
            <a:lvl2pPr marL="60945" indent="0">
              <a:buNone/>
              <a:defRPr sz="267" b="1"/>
            </a:lvl2pPr>
            <a:lvl3pPr marL="121890" indent="0">
              <a:buNone/>
              <a:defRPr sz="240" b="1"/>
            </a:lvl3pPr>
            <a:lvl4pPr marL="182834" indent="0">
              <a:buNone/>
              <a:defRPr sz="213" b="1"/>
            </a:lvl4pPr>
            <a:lvl5pPr marL="243779" indent="0">
              <a:buNone/>
              <a:defRPr sz="213" b="1"/>
            </a:lvl5pPr>
            <a:lvl6pPr marL="304724" indent="0">
              <a:buNone/>
              <a:defRPr sz="213" b="1"/>
            </a:lvl6pPr>
            <a:lvl7pPr marL="365669" indent="0">
              <a:buNone/>
              <a:defRPr sz="213" b="1"/>
            </a:lvl7pPr>
            <a:lvl8pPr marL="426613" indent="0">
              <a:buNone/>
              <a:defRPr sz="213" b="1"/>
            </a:lvl8pPr>
            <a:lvl9pPr marL="487558" indent="0">
              <a:buNone/>
              <a:defRPr sz="21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92880" y="334010"/>
            <a:ext cx="749808" cy="4912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86189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3473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08483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485" y="60960"/>
            <a:ext cx="568843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9808" y="131657"/>
            <a:ext cx="892880" cy="649817"/>
          </a:xfrm>
        </p:spPr>
        <p:txBody>
          <a:bodyPr/>
          <a:lstStyle>
            <a:lvl1pPr>
              <a:defRPr sz="427"/>
            </a:lvl1pPr>
            <a:lvl2pPr>
              <a:defRPr sz="373"/>
            </a:lvl2pPr>
            <a:lvl3pPr>
              <a:defRPr sz="320"/>
            </a:lvl3pPr>
            <a:lvl4pPr>
              <a:defRPr sz="267"/>
            </a:lvl4pPr>
            <a:lvl5pPr>
              <a:defRPr sz="267"/>
            </a:lvl5pPr>
            <a:lvl6pPr>
              <a:defRPr sz="267"/>
            </a:lvl6pPr>
            <a:lvl7pPr>
              <a:defRPr sz="267"/>
            </a:lvl7pPr>
            <a:lvl8pPr>
              <a:defRPr sz="267"/>
            </a:lvl8pPr>
            <a:lvl9pPr>
              <a:defRPr sz="26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485" y="274320"/>
            <a:ext cx="568843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68013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485" y="60960"/>
            <a:ext cx="568843" cy="213360"/>
          </a:xfrm>
        </p:spPr>
        <p:txBody>
          <a:bodyPr anchor="b"/>
          <a:lstStyle>
            <a:lvl1pPr>
              <a:defRPr sz="42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9808" y="131657"/>
            <a:ext cx="892880" cy="649817"/>
          </a:xfrm>
        </p:spPr>
        <p:txBody>
          <a:bodyPr anchor="t"/>
          <a:lstStyle>
            <a:lvl1pPr marL="0" indent="0">
              <a:buNone/>
              <a:defRPr sz="427"/>
            </a:lvl1pPr>
            <a:lvl2pPr marL="60945" indent="0">
              <a:buNone/>
              <a:defRPr sz="373"/>
            </a:lvl2pPr>
            <a:lvl3pPr marL="121890" indent="0">
              <a:buNone/>
              <a:defRPr sz="320"/>
            </a:lvl3pPr>
            <a:lvl4pPr marL="182834" indent="0">
              <a:buNone/>
              <a:defRPr sz="267"/>
            </a:lvl4pPr>
            <a:lvl5pPr marL="243779" indent="0">
              <a:buNone/>
              <a:defRPr sz="267"/>
            </a:lvl5pPr>
            <a:lvl6pPr marL="304724" indent="0">
              <a:buNone/>
              <a:defRPr sz="267"/>
            </a:lvl6pPr>
            <a:lvl7pPr marL="365669" indent="0">
              <a:buNone/>
              <a:defRPr sz="267"/>
            </a:lvl7pPr>
            <a:lvl8pPr marL="426613" indent="0">
              <a:buNone/>
              <a:defRPr sz="267"/>
            </a:lvl8pPr>
            <a:lvl9pPr marL="487558" indent="0">
              <a:buNone/>
              <a:defRPr sz="26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485" y="274320"/>
            <a:ext cx="568843" cy="508212"/>
          </a:xfrm>
        </p:spPr>
        <p:txBody>
          <a:bodyPr/>
          <a:lstStyle>
            <a:lvl1pPr marL="0" indent="0">
              <a:buNone/>
              <a:defRPr sz="213"/>
            </a:lvl1pPr>
            <a:lvl2pPr marL="60945" indent="0">
              <a:buNone/>
              <a:defRPr sz="187"/>
            </a:lvl2pPr>
            <a:lvl3pPr marL="121890" indent="0">
              <a:buNone/>
              <a:defRPr sz="160"/>
            </a:lvl3pPr>
            <a:lvl4pPr marL="182834" indent="0">
              <a:buNone/>
              <a:defRPr sz="133"/>
            </a:lvl4pPr>
            <a:lvl5pPr marL="243779" indent="0">
              <a:buNone/>
              <a:defRPr sz="133"/>
            </a:lvl5pPr>
            <a:lvl6pPr marL="304724" indent="0">
              <a:buNone/>
              <a:defRPr sz="133"/>
            </a:lvl6pPr>
            <a:lvl7pPr marL="365669" indent="0">
              <a:buNone/>
              <a:defRPr sz="133"/>
            </a:lvl7pPr>
            <a:lvl8pPr marL="426613" indent="0">
              <a:buNone/>
              <a:defRPr sz="133"/>
            </a:lvl8pPr>
            <a:lvl9pPr marL="487558" indent="0">
              <a:buNone/>
              <a:defRPr sz="1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80489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29332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2157" y="48683"/>
            <a:ext cx="380301" cy="77491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255" y="48683"/>
            <a:ext cx="1118855" cy="77491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14624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256" y="48683"/>
            <a:ext cx="1521202" cy="1767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256" y="243417"/>
            <a:ext cx="1521202" cy="580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255" y="847514"/>
            <a:ext cx="396835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FBDB8-36C6-4744-999D-C99C2C96D370}" type="datetimeFigureOut">
              <a:rPr lang="en-DE" smtClean="0"/>
              <a:t>19.05.26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4230" y="847514"/>
            <a:ext cx="595253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5623" y="847514"/>
            <a:ext cx="396835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74512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</p:sldLayoutIdLst>
  <p:txStyles>
    <p:titleStyle>
      <a:lvl1pPr algn="l" defTabSz="121890" rtl="0" eaLnBrk="1" latinLnBrk="0" hangingPunct="1">
        <a:lnSpc>
          <a:spcPct val="90000"/>
        </a:lnSpc>
        <a:spcBef>
          <a:spcPct val="0"/>
        </a:spcBef>
        <a:buNone/>
        <a:defRPr sz="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2" indent="-30472" algn="l" defTabSz="121890" rtl="0" eaLnBrk="1" latinLnBrk="0" hangingPunct="1">
        <a:lnSpc>
          <a:spcPct val="90000"/>
        </a:lnSpc>
        <a:spcBef>
          <a:spcPts val="133"/>
        </a:spcBef>
        <a:buFont typeface="Arial" panose="020B0604020202020204" pitchFamily="34" charset="0"/>
        <a:buChar char="•"/>
        <a:defRPr sz="373" kern="1200">
          <a:solidFill>
            <a:schemeClr val="tx1"/>
          </a:solidFill>
          <a:latin typeface="+mn-lt"/>
          <a:ea typeface="+mn-ea"/>
          <a:cs typeface="+mn-cs"/>
        </a:defRPr>
      </a:lvl1pPr>
      <a:lvl2pPr marL="9141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320" kern="1200">
          <a:solidFill>
            <a:schemeClr val="tx1"/>
          </a:solidFill>
          <a:latin typeface="+mn-lt"/>
          <a:ea typeface="+mn-ea"/>
          <a:cs typeface="+mn-cs"/>
        </a:defRPr>
      </a:lvl2pPr>
      <a:lvl3pPr marL="152362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07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96141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57086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" indent="-30472" algn="l" defTabSz="121890" rtl="0" eaLnBrk="1" latinLnBrk="0" hangingPunct="1">
        <a:lnSpc>
          <a:spcPct val="90000"/>
        </a:lnSpc>
        <a:spcBef>
          <a:spcPts val="67"/>
        </a:spcBef>
        <a:buFont typeface="Arial" panose="020B0604020202020204" pitchFamily="34" charset="0"/>
        <a:buChar char="•"/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1pPr>
      <a:lvl2pPr marL="60945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0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5pPr>
      <a:lvl6pPr marL="304724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6pPr>
      <a:lvl7pPr marL="365669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" algn="l" defTabSz="121890" rtl="0" eaLnBrk="1" latinLnBrk="0" hangingPunct="1">
        <a:defRPr sz="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C9F89280-DAEC-F11F-918F-1DE2569C6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30" y="52023"/>
            <a:ext cx="854364" cy="35660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8492253-086C-3238-3D66-AF4DEFCB7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4707"/>
            <a:ext cx="823075" cy="39861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32A9387B-B432-E596-D22F-D17384345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80" y="518428"/>
            <a:ext cx="958691" cy="38347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B053255-8043-2092-3FC6-6E014968174D}"/>
              </a:ext>
            </a:extLst>
          </p:cNvPr>
          <p:cNvSpPr txBox="1"/>
          <p:nvPr/>
        </p:nvSpPr>
        <p:spPr>
          <a:xfrm>
            <a:off x="174625" y="-31677"/>
            <a:ext cx="2286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8B8F0F-8754-963E-E634-9C9C9750B6AE}"/>
              </a:ext>
            </a:extLst>
          </p:cNvPr>
          <p:cNvSpPr txBox="1"/>
          <p:nvPr/>
        </p:nvSpPr>
        <p:spPr>
          <a:xfrm>
            <a:off x="-82098" y="441279"/>
            <a:ext cx="2286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442A5E-B066-2EB4-814D-B0143ACDAE25}"/>
              </a:ext>
            </a:extLst>
          </p:cNvPr>
          <p:cNvSpPr txBox="1"/>
          <p:nvPr/>
        </p:nvSpPr>
        <p:spPr>
          <a:xfrm>
            <a:off x="598559" y="-36555"/>
            <a:ext cx="2286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B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453CE4-80AF-7835-84C4-B3DBD06BFCDC}"/>
              </a:ext>
            </a:extLst>
          </p:cNvPr>
          <p:cNvSpPr txBox="1"/>
          <p:nvPr/>
        </p:nvSpPr>
        <p:spPr>
          <a:xfrm>
            <a:off x="727805" y="448189"/>
            <a:ext cx="22860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10695281-03CF-60F1-0C5D-FE445121E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559" y="-1951"/>
            <a:ext cx="337771" cy="50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014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2747</TotalTime>
  <Words>4</Words>
  <Application>Microsoft Macintosh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RAMESH, Arunkumar (SALISBURY NHS FOUNDATION TRUST)</dc:creator>
  <cp:lastModifiedBy>RAMESH, Arunkumar (SALISBURY NHS FOUNDATION TRUST)</cp:lastModifiedBy>
  <cp:revision>26</cp:revision>
  <dcterms:created xsi:type="dcterms:W3CDTF">2026-04-28T09:32:36Z</dcterms:created>
  <dcterms:modified xsi:type="dcterms:W3CDTF">2026-05-19T10:36:00Z</dcterms:modified>
</cp:coreProperties>
</file>